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4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0" r:id="rId6"/>
    <p:sldId id="268" r:id="rId7"/>
    <p:sldId id="272" r:id="rId8"/>
    <p:sldId id="273" r:id="rId9"/>
    <p:sldId id="275" r:id="rId10"/>
    <p:sldId id="276" r:id="rId11"/>
    <p:sldId id="277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3777B64-C257-4123-8A22-F8E07B0839EA}">
          <p14:sldIdLst>
            <p14:sldId id="256"/>
            <p14:sldId id="260"/>
            <p14:sldId id="268"/>
            <p14:sldId id="272"/>
            <p14:sldId id="273"/>
            <p14:sldId id="275"/>
            <p14:sldId id="276"/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E68764-CDBC-E331-3A2E-AD2519AB82E3}" name="Rahul K Chamarthi" initials="RC" userId="S::rchamar@clemson.edu::0fe826bc-337a-46e9-8789-8784a14975b3" providerId="AD"/>
  <p188:author id="{580B9AFD-98EC-B58E-984E-447F96E0DB4C}" name="Charlie Dauchess" initials="CD" userId="S::cdauche@clemson.edu::841dbb1c-f73c-4268-9512-915996e0f4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1" autoAdjust="0"/>
    <p:restoredTop sz="96286" autoAdjust="0"/>
  </p:normalViewPr>
  <p:slideViewPr>
    <p:cSldViewPr snapToGrid="0">
      <p:cViewPr>
        <p:scale>
          <a:sx n="200" d="100"/>
          <a:sy n="200" d="100"/>
        </p:scale>
        <p:origin x="-1808" y="-5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2400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3837C2-63B9-1805-069C-1C9317C9BD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72801F-3084-B9D7-8B9F-81A2F7E166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9C707-C411-4207-9D78-E12AC9C1F82A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9046C0-2E6B-59C3-6CE8-4A904D6233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E2D6D-8B7A-8E6A-5304-FB12049B7D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9A92E-F62C-4F7F-B0A2-C3B3F3BB19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6489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61F017-EA1D-455B-9D4D-27ED2F36D563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3F9F3-5FCA-4B1D-B76F-25549C067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152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3F9F3-5FCA-4B1D-B76F-25549C067E5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67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3F9F3-5FCA-4B1D-B76F-25549C067E5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53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9F92-7BA4-5CB0-C7EE-861E766B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5103E-11F6-CE2C-7463-2BE5304BC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019C9-47C3-2EC5-1760-4F184C9C81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8CC73-0F08-9415-C3A5-D46549EA6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3F9F3-5FCA-4B1D-B76F-25549C067E5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0140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E6A26-3F2A-1592-15FC-427BE00F8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F01F4-D7D7-26B4-0D15-4C9097335E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967D1E-DB4C-549F-D7CA-07292FD14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7AEE1-ACC2-2857-47F9-285BDD3E4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3F9F3-5FCA-4B1D-B76F-25549C067E5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566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D8740-4656-256D-BBB1-D308484C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33F2B-7A7F-751A-2BA7-BC65B94E2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70A24-FCAD-3AB3-E10B-F05DE8185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4818B-9BE4-370F-7924-5B3AA9F6A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03F9F3-5FCA-4B1D-B76F-25549C067E5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39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68928" y="3512644"/>
            <a:ext cx="4265752" cy="246221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Presenter Name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2D705F4-66FC-4445-A2DF-A6A481D2978E}"/>
              </a:ext>
            </a:extLst>
          </p:cNvPr>
          <p:cNvGrpSpPr/>
          <p:nvPr/>
        </p:nvGrpSpPr>
        <p:grpSpPr>
          <a:xfrm>
            <a:off x="401059" y="399023"/>
            <a:ext cx="274320" cy="212725"/>
            <a:chOff x="11343190" y="687636"/>
            <a:chExt cx="274320" cy="212725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108C30F-E145-2D4E-A954-673F6C5BAE06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2A828DF-2F75-3946-A018-2EFB7DBF2002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C0BD958-94D8-9D4F-BF03-4398CCDEF41F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7F9DA8D-12BC-274D-96EA-CBF9AA504ABA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322D460-392B-1C4D-9198-FA12C00C1BDC}"/>
              </a:ext>
            </a:extLst>
          </p:cNvPr>
          <p:cNvSpPr/>
          <p:nvPr/>
        </p:nvSpPr>
        <p:spPr>
          <a:xfrm>
            <a:off x="0" y="4861932"/>
            <a:ext cx="579863" cy="1996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LT Std" pitchFamily="2" charset="0"/>
              <a:ea typeface="+mn-ea"/>
              <a:cs typeface="+mn-cs"/>
            </a:endParaRPr>
          </a:p>
        </p:txBody>
      </p:sp>
      <p:sp>
        <p:nvSpPr>
          <p:cNvPr id="171" name="Text Placeholder 170">
            <a:extLst>
              <a:ext uri="{FF2B5EF4-FFF2-40B4-BE49-F238E27FC236}">
                <a16:creationId xmlns:a16="http://schemas.microsoft.com/office/drawing/2014/main" id="{F097ABE9-E407-6F41-BEC5-2A6EECED9A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927" y="3795786"/>
            <a:ext cx="4265751" cy="221599"/>
          </a:xfrm>
        </p:spPr>
        <p:txBody>
          <a:bodyPr/>
          <a:lstStyle>
            <a:lvl1pPr>
              <a:lnSpc>
                <a:spcPct val="100000"/>
              </a:lnSpc>
              <a:buNone/>
              <a:defRPr sz="1400">
                <a:solidFill>
                  <a:schemeClr val="accent2"/>
                </a:solidFill>
                <a:latin typeface="+mn-lt"/>
                <a:cs typeface="Sabon Next LT" panose="02000500000000000000" pitchFamily="2" charset="0"/>
              </a:defRPr>
            </a:lvl1pPr>
            <a:lvl2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2pPr>
            <a:lvl3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3pPr>
            <a:lvl4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4pPr>
            <a:lvl5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5pPr>
          </a:lstStyle>
          <a:p>
            <a:pPr lvl="0"/>
            <a:r>
              <a:rPr lang="en-US"/>
              <a:t>Presenter 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2013756"/>
          </a:xfrm>
        </p:spPr>
        <p:txBody>
          <a:bodyPr anchor="t"/>
          <a:lstStyle>
            <a:lvl1pPr algn="l">
              <a:lnSpc>
                <a:spcPct val="80000"/>
              </a:lnSpc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Slide</a:t>
            </a:r>
            <a:br>
              <a:rPr lang="en-US"/>
            </a:br>
            <a:r>
              <a:rPr lang="en-US"/>
              <a:t>Deck Title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643EC61-6566-E543-A5B5-627914069DFF}"/>
              </a:ext>
            </a:extLst>
          </p:cNvPr>
          <p:cNvGrpSpPr/>
          <p:nvPr/>
        </p:nvGrpSpPr>
        <p:grpSpPr>
          <a:xfrm>
            <a:off x="6776031" y="331149"/>
            <a:ext cx="502600" cy="744358"/>
            <a:chOff x="7543800" y="-161366"/>
            <a:chExt cx="590775" cy="874945"/>
          </a:xfrm>
          <a:solidFill>
            <a:schemeClr val="accent1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3F7657A-A9E2-C442-AD47-9F48D895F723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F8153F31-15B8-B343-B670-EE78EE5DA576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91EAB16D-1DE1-3745-B9BE-CBE656648391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7D9812CD-D01B-B247-B9AD-18E24E7233F3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EDDFFA03-F4A1-7047-9E08-208BA09C3D0D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1FB72449-95B1-2B43-8D77-407E8C6DA8C5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CEC2D2C-E5FA-D04C-B850-60ADDADB3E6E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ED5187E1-AC0D-FC49-9EE2-2306528B4A49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C4784A95-5FE0-C140-8960-792C1FA54D8D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BD31660C-A41B-0C47-8721-3269686D0B7B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14629AF0-29CC-AC4C-9D89-02DB0F5A5940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270F4FB4-32B1-B143-9367-323742EA234A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34E604F-80D8-1440-A1A6-E3B21E3E147F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D2F15213-AFF8-F847-BA16-CC86F4A8C267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0D04F651-7C4C-804C-85D8-57993A3AEC41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F2FE10BF-E710-C847-9B52-742FFA7E283F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47C598C5-5FC3-9048-A409-8ABD7D254525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72B5F8FF-6D44-C046-A691-779698113840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3E59708B-CAC1-DB45-A975-4C03847B1EB9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75E5234C-15A6-5E44-BF35-31E80EFB9381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0E80B58E-1742-934D-8EE7-4C113ADB9B6E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BC3A11F9-D0AF-9142-804F-12BBAAECA17C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BF540119-E7D7-F948-AB3C-60092FDE3ADA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8877E89C-0A46-C64F-8535-4B5B76DD9AEF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9355624-FAF3-6744-87F8-7392C602601F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89D8A231-9067-484B-85A6-B1A2D7E4E905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5E552D2-CD2A-D449-BB99-96C5B4CDD19E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61FFBA65-E084-8241-B00B-FE5095A3D36C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7E396DF2-6955-174E-9B0D-4F5D96171AD4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C38B922C-2024-DF4D-AE50-98727FB69552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653CA02C-483C-A142-A160-F0D09AFCD5FA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C011A6C2-5A12-4040-AAF8-3208C20DF989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11957DA0-CE02-D646-A9F2-4F42F6EA9C25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89076BD0-B02A-9A47-848C-C1A680E47C33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E86EF256-BDF3-B641-A83A-9C011211D823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C7F89A0E-2069-5249-99EB-7BB8FFDF5BD0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C6DA0E6-DACF-4D42-9B6D-FEC5A7CDB9DC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130A8894-5819-FB42-9034-679CCB3EF4D7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591028E1-2CAF-124B-8EA8-D71FD17C8CE9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8CFDA6FA-E1D2-9247-9980-DCE2BE97D7BE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1B64BC2F-D226-6D44-AD18-AB853DF44B12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5F2B6E2-75D3-E74B-A31F-DA40DF038E68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D33620A5-D40E-F441-BDC3-6621046F58DC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B6A556E-CE62-5541-AD8B-7E57259F0DCC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8A26C7EF-64FA-7940-AA35-18D18CA96103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31924F18-0980-3141-8E51-D9F4B4623F20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708C4583-68A7-9449-8688-C4A56CF05A04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F9D2C0E3-473B-8A47-B4A1-95C8BC56DC38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D05E947-8AB9-9741-9517-0102689D99D1}"/>
              </a:ext>
            </a:extLst>
          </p:cNvPr>
          <p:cNvGrpSpPr/>
          <p:nvPr/>
        </p:nvGrpSpPr>
        <p:grpSpPr>
          <a:xfrm>
            <a:off x="10823072" y="5615760"/>
            <a:ext cx="1106020" cy="1020295"/>
            <a:chOff x="7570694" y="-1223682"/>
            <a:chExt cx="1106020" cy="1020295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AA7A149-49E4-9949-8754-19AB21BA0381}"/>
                </a:ext>
              </a:extLst>
            </p:cNvPr>
            <p:cNvSpPr/>
            <p:nvPr/>
          </p:nvSpPr>
          <p:spPr>
            <a:xfrm>
              <a:off x="757069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3C6158D-1E84-B542-A83C-B42E1BE057C2}"/>
                </a:ext>
              </a:extLst>
            </p:cNvPr>
            <p:cNvSpPr/>
            <p:nvPr/>
          </p:nvSpPr>
          <p:spPr>
            <a:xfrm>
              <a:off x="789454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24A6206E-54DA-FA43-A2CB-327439C8752D}"/>
                </a:ext>
              </a:extLst>
            </p:cNvPr>
            <p:cNvSpPr/>
            <p:nvPr/>
          </p:nvSpPr>
          <p:spPr>
            <a:xfrm>
              <a:off x="821839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DEFDC1A-BC73-0C43-8B70-EC38D846A51E}"/>
                </a:ext>
              </a:extLst>
            </p:cNvPr>
            <p:cNvSpPr/>
            <p:nvPr/>
          </p:nvSpPr>
          <p:spPr>
            <a:xfrm>
              <a:off x="854224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28CAF4A-E516-514E-A3AD-57893C50F732}"/>
                </a:ext>
              </a:extLst>
            </p:cNvPr>
            <p:cNvSpPr/>
            <p:nvPr/>
          </p:nvSpPr>
          <p:spPr>
            <a:xfrm>
              <a:off x="757069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DF3127E8-DCF2-4F4A-86FF-62F50A9755B1}"/>
                </a:ext>
              </a:extLst>
            </p:cNvPr>
            <p:cNvSpPr/>
            <p:nvPr/>
          </p:nvSpPr>
          <p:spPr>
            <a:xfrm>
              <a:off x="789454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87C55ED-2AE3-AC46-8ECD-024FA1F38A3F}"/>
                </a:ext>
              </a:extLst>
            </p:cNvPr>
            <p:cNvSpPr/>
            <p:nvPr/>
          </p:nvSpPr>
          <p:spPr>
            <a:xfrm>
              <a:off x="821839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6AA446C4-1C5A-5F45-9860-89832F2DDD79}"/>
                </a:ext>
              </a:extLst>
            </p:cNvPr>
            <p:cNvSpPr/>
            <p:nvPr/>
          </p:nvSpPr>
          <p:spPr>
            <a:xfrm>
              <a:off x="854224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9923AA8-08C4-7C4F-893E-9F2501E34753}"/>
                </a:ext>
              </a:extLst>
            </p:cNvPr>
            <p:cNvSpPr/>
            <p:nvPr/>
          </p:nvSpPr>
          <p:spPr>
            <a:xfrm>
              <a:off x="757069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E9AE47D-045E-FE48-83FA-F8B7EFE2F80C}"/>
                </a:ext>
              </a:extLst>
            </p:cNvPr>
            <p:cNvSpPr/>
            <p:nvPr/>
          </p:nvSpPr>
          <p:spPr>
            <a:xfrm>
              <a:off x="789454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16D4805-4ED4-D54B-A802-8051757D25F9}"/>
                </a:ext>
              </a:extLst>
            </p:cNvPr>
            <p:cNvSpPr/>
            <p:nvPr/>
          </p:nvSpPr>
          <p:spPr>
            <a:xfrm>
              <a:off x="821839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4119405-72E8-4443-B6A0-29BC4DCF0751}"/>
                </a:ext>
              </a:extLst>
            </p:cNvPr>
            <p:cNvSpPr/>
            <p:nvPr/>
          </p:nvSpPr>
          <p:spPr>
            <a:xfrm>
              <a:off x="854224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A8B504D-1F3D-0D49-9444-C067B71D840F}"/>
                </a:ext>
              </a:extLst>
            </p:cNvPr>
            <p:cNvSpPr/>
            <p:nvPr/>
          </p:nvSpPr>
          <p:spPr>
            <a:xfrm>
              <a:off x="757069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BB02D81-DBEC-8548-8273-91D6154FCD45}"/>
                </a:ext>
              </a:extLst>
            </p:cNvPr>
            <p:cNvSpPr/>
            <p:nvPr/>
          </p:nvSpPr>
          <p:spPr>
            <a:xfrm>
              <a:off x="789454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FD0067C0-D924-6442-954A-F5AA2203392A}"/>
                </a:ext>
              </a:extLst>
            </p:cNvPr>
            <p:cNvSpPr/>
            <p:nvPr/>
          </p:nvSpPr>
          <p:spPr>
            <a:xfrm>
              <a:off x="821839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05AC442E-A509-C443-92FC-2BF058EFE810}"/>
                </a:ext>
              </a:extLst>
            </p:cNvPr>
            <p:cNvSpPr/>
            <p:nvPr/>
          </p:nvSpPr>
          <p:spPr>
            <a:xfrm>
              <a:off x="854224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41E2089-C56A-3A4B-89B3-2B8FF51B3337}"/>
              </a:ext>
            </a:extLst>
          </p:cNvPr>
          <p:cNvSpPr txBox="1"/>
          <p:nvPr/>
        </p:nvSpPr>
        <p:spPr>
          <a:xfrm>
            <a:off x="11214157" y="329288"/>
            <a:ext cx="742444" cy="829907"/>
          </a:xfrm>
          <a:prstGeom prst="rect">
            <a:avLst/>
          </a:prstGeom>
          <a:noFill/>
          <a:ln w="53975">
            <a:noFill/>
          </a:ln>
          <a:effectLst/>
        </p:spPr>
        <p:txBody>
          <a:bodyPr wrap="square" l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u="none" strike="noStrike" kern="1200" cap="none" spc="-10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br>
              <a:rPr kumimoji="0" lang="en-US" sz="3600" b="1" u="none" strike="noStrike" kern="1200" cap="none" spc="-10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3600" b="1" u="none" strike="noStrike" kern="1200" cap="none" spc="-10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D44FFDA-6D1F-344C-82D8-66145DD1EF76}"/>
              </a:ext>
            </a:extLst>
          </p:cNvPr>
          <p:cNvCxnSpPr>
            <a:cxnSpLocks/>
          </p:cNvCxnSpPr>
          <p:nvPr/>
        </p:nvCxnSpPr>
        <p:spPr>
          <a:xfrm>
            <a:off x="11311059" y="1181498"/>
            <a:ext cx="548640" cy="0"/>
          </a:xfrm>
          <a:prstGeom prst="line">
            <a:avLst/>
          </a:prstGeom>
          <a:ln w="444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F85B8A9-9033-624D-9EA8-83413BD183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68372" y="1389901"/>
            <a:ext cx="5629077" cy="3996582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Main Slide Deck Photo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963DD-5962-AF4B-9AD9-14D254B045DD}"/>
              </a:ext>
            </a:extLst>
          </p:cNvPr>
          <p:cNvSpPr txBox="1"/>
          <p:nvPr/>
        </p:nvSpPr>
        <p:spPr>
          <a:xfrm rot="16200000">
            <a:off x="-948407" y="3154301"/>
            <a:ext cx="2953373" cy="138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bg1"/>
                </a:solidFill>
              </a:rPr>
              <a:t>Final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2821339725"/>
      </p:ext>
    </p:extLst>
  </p:cSld>
  <p:clrMapOvr>
    <a:masterClrMapping/>
  </p:clrMapOvr>
  <p:transition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65F1211-8698-3A44-97D0-23FFBC8D1626}"/>
              </a:ext>
            </a:extLst>
          </p:cNvPr>
          <p:cNvCxnSpPr>
            <a:cxnSpLocks/>
          </p:cNvCxnSpPr>
          <p:nvPr/>
        </p:nvCxnSpPr>
        <p:spPr>
          <a:xfrm>
            <a:off x="405141" y="914400"/>
            <a:ext cx="0" cy="5934165"/>
          </a:xfrm>
          <a:prstGeom prst="line">
            <a:avLst/>
          </a:prstGeom>
          <a:ln w="1270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628565E-941C-9D43-9F37-0C50EE4F21C0}"/>
              </a:ext>
            </a:extLst>
          </p:cNvPr>
          <p:cNvGrpSpPr/>
          <p:nvPr/>
        </p:nvGrpSpPr>
        <p:grpSpPr>
          <a:xfrm>
            <a:off x="1368928" y="912200"/>
            <a:ext cx="274320" cy="212725"/>
            <a:chOff x="11343190" y="687636"/>
            <a:chExt cx="274320" cy="212725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BAEB5BD-4F80-BA48-9E5E-C9C6140F63B5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F2C89BD-10AF-DC46-B4C1-68FFB539C8F4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152ABD6-B53A-0144-BEA6-919C107009D1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8195993-2A82-4C42-87F5-C1BA3C20B247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1E40D0A-2301-0947-B931-2A1AB2B5AE7E}"/>
              </a:ext>
            </a:extLst>
          </p:cNvPr>
          <p:cNvGrpSpPr/>
          <p:nvPr/>
        </p:nvGrpSpPr>
        <p:grpSpPr>
          <a:xfrm>
            <a:off x="5683925" y="5745849"/>
            <a:ext cx="3910389" cy="288432"/>
            <a:chOff x="7584141" y="1424618"/>
            <a:chExt cx="3910389" cy="288432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90BFED6-8FB3-A547-BC81-DBC31025A5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4141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57E7BC9-C981-1648-8E86-B4CAB1CAB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410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07A3525-5818-6343-9DD0-977945DD8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679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9B746CF-5E80-5844-8BD9-C82FFE1D8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1948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59EACF3-E25A-024B-81E0-FDBE32D83D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1217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10DEC351-F79D-3948-9918-B48CD0085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0486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E6FB975-E6DB-F549-8B78-6F0B630E1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755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FBF1F6CE-3021-7941-A973-3BF137EBBF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024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34984BF-A22C-374F-B942-F0C0C7F277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8293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62F7B56-AA53-244B-89DF-4D53C2B94B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7562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BB1062C7-E818-9146-B854-9AEFFD78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831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FACC81E7-15E4-974D-AC32-890746A383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6098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Picture Placeholder 4">
            <a:extLst>
              <a:ext uri="{FF2B5EF4-FFF2-40B4-BE49-F238E27FC236}">
                <a16:creationId xmlns:a16="http://schemas.microsoft.com/office/drawing/2014/main" id="{CF6F94E6-FB2A-5C49-9309-47060E9D4E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68372" y="1389901"/>
            <a:ext cx="5629077" cy="3996582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Main Slide Deck Photo</a:t>
            </a:r>
          </a:p>
        </p:txBody>
      </p:sp>
      <p:sp>
        <p:nvSpPr>
          <p:cNvPr id="179" name="Title 1">
            <a:extLst>
              <a:ext uri="{FF2B5EF4-FFF2-40B4-BE49-F238E27FC236}">
                <a16:creationId xmlns:a16="http://schemas.microsoft.com/office/drawing/2014/main" id="{4ABF823B-5972-8C46-BE31-3BCDD8C4CD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1099212"/>
          </a:xfrm>
        </p:spPr>
        <p:txBody>
          <a:bodyPr anchor="t"/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 Slide</a:t>
            </a:r>
          </a:p>
        </p:txBody>
      </p:sp>
      <p:sp>
        <p:nvSpPr>
          <p:cNvPr id="181" name="Subtitle 2">
            <a:extLst>
              <a:ext uri="{FF2B5EF4-FFF2-40B4-BE49-F238E27FC236}">
                <a16:creationId xmlns:a16="http://schemas.microsoft.com/office/drawing/2014/main" id="{01696AF9-CA68-AA4A-B317-7B0E932B65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53881" y="3230360"/>
            <a:ext cx="4265752" cy="246221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Presenter Name</a:t>
            </a:r>
          </a:p>
        </p:txBody>
      </p:sp>
      <p:sp>
        <p:nvSpPr>
          <p:cNvPr id="182" name="Text Placeholder 170">
            <a:extLst>
              <a:ext uri="{FF2B5EF4-FFF2-40B4-BE49-F238E27FC236}">
                <a16:creationId xmlns:a16="http://schemas.microsoft.com/office/drawing/2014/main" id="{B67B351C-2A1F-D34C-9A40-CDFA2D8E48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3880" y="3513502"/>
            <a:ext cx="4265751" cy="221599"/>
          </a:xfrm>
        </p:spPr>
        <p:txBody>
          <a:bodyPr/>
          <a:lstStyle>
            <a:lvl1pPr>
              <a:lnSpc>
                <a:spcPct val="100000"/>
              </a:lnSpc>
              <a:buNone/>
              <a:defRPr sz="1400">
                <a:solidFill>
                  <a:schemeClr val="accent2"/>
                </a:solidFill>
                <a:latin typeface="+mn-lt"/>
                <a:cs typeface="Sabon Next LT" panose="02000500000000000000" pitchFamily="2" charset="0"/>
              </a:defRPr>
            </a:lvl1pPr>
            <a:lvl2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2pPr>
            <a:lvl3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3pPr>
            <a:lvl4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4pPr>
            <a:lvl5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5pPr>
          </a:lstStyle>
          <a:p>
            <a:pPr lvl="0"/>
            <a:r>
              <a:rPr lang="en-US"/>
              <a:t>Presenter Title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FE3599A-DB2A-5E43-8F69-5EC295C2D24E}"/>
              </a:ext>
            </a:extLst>
          </p:cNvPr>
          <p:cNvGrpSpPr/>
          <p:nvPr/>
        </p:nvGrpSpPr>
        <p:grpSpPr>
          <a:xfrm>
            <a:off x="11324042" y="344471"/>
            <a:ext cx="502600" cy="744358"/>
            <a:chOff x="7543800" y="-161366"/>
            <a:chExt cx="590775" cy="874945"/>
          </a:xfrm>
          <a:solidFill>
            <a:schemeClr val="bg1">
              <a:lumMod val="75000"/>
            </a:schemeClr>
          </a:solidFill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D5D50B1-9B6B-FB43-9DEE-9B5A889981F3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CF06C0E6-0FB7-004A-9282-BC665F2D8B8C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54F22B85-A037-9B4A-BE50-99AF373B9D4C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A33FB731-0090-5344-A8B1-B3A709D6BE55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0B82FDB2-862B-E044-8108-C2EE979FB430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D4C97EB9-CA3A-B640-BF98-EDA37C8A5848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A18F501-F4F8-9147-93C4-2499448761FE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93FC2E72-6B8D-CF49-9A93-B0C9B118A3A0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C1E16EBD-4226-C945-A030-67CD62545C9A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4C377E61-057B-6B44-B764-C78CC519E7CA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4BF084F4-BD6A-CE49-9EF1-98684D3F62A3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2C31C0C0-AF10-E542-9F94-D5A04482B7F9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D2D8180B-BF1A-C04A-8F95-0B850D6C1B24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52C171AA-FC2C-644B-B7D1-06A3E09A3C2A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4BD0E2BA-621F-5148-89B3-608EE2AC4F1B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84C78E72-F5BD-654B-B9F0-CFEA93060618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E8FE091C-5432-874A-AEF4-5F99FB51FBF4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D13A50A0-7066-8746-B463-3A3C954568AC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0DE4B30-45CF-DD42-86B7-C7AF116F5B63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6447FA1E-C914-E448-94CC-2E3A2E4D1C5D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3741B93F-B29C-E945-8FCA-429472DDF2FC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F579DA15-1124-2943-A739-DF473D014CC4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435068E5-41D0-6D43-8321-03F10D0D154F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EE81E4BB-C2B8-654B-B925-B4C7EC72469E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C9FF203C-4926-234C-A361-F23254B39DCF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D47166F3-D0E4-514F-9C02-A020A4379C10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9F874132-C809-434F-B58A-821B6653B93F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60F5DB1F-352A-C245-AF86-23CFCFCC35A2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867BB936-A50C-1A46-8C8A-DC635AF126F7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7AA0D529-BF83-F94A-8CB8-718796546A04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FDF7EA7F-6534-ED47-96C8-4261BD67399F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D6780DB5-179F-DC44-B186-A2C6D39DC170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63DA20D7-95BF-1B43-B33F-26887CCEA0AB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738E97A9-CCFB-464C-9F96-798A27A19DA6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9EDE2F58-ACBF-1E4B-B181-B4B7BDAC16A6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410CBAA3-301E-284C-AE23-A14ED3EE0B06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90625396-7720-D245-975E-98882A384552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D6327844-FA4B-DB47-A87D-02AD10FCFD4F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A8F92464-860D-6F43-A306-1874BB9E4E92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045542AE-65DE-0E40-A007-90312F202629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97D68CFE-76D9-4344-BEA3-BD53CF644473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06665784-33D6-AB48-AED6-762DBDF0BBC2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F6E81901-BE10-0449-B013-18FFD86E5D5A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FDBC77A3-6950-D747-80A1-573286C54351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9CD7813F-209A-4E4C-8576-D018FED1A950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704DC8F7-12F0-9A42-8F52-2E2C9D79ED0A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832C3197-3AEE-E74B-8C1F-4693CF889093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7F83B416-A97E-FF4C-B846-CBB031B63345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576F6F98-E6FE-E642-9610-7A5CAC2356AF}"/>
              </a:ext>
            </a:extLst>
          </p:cNvPr>
          <p:cNvSpPr txBox="1"/>
          <p:nvPr/>
        </p:nvSpPr>
        <p:spPr>
          <a:xfrm rot="16200000">
            <a:off x="-836795" y="2319637"/>
            <a:ext cx="2953373" cy="138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bg1"/>
                </a:solidFill>
              </a:rPr>
              <a:t>AuE8200 Project Proposal</a:t>
            </a:r>
          </a:p>
        </p:txBody>
      </p:sp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E9972E5B-E375-4626-03DE-D3707AF371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4364" b="-4165"/>
          <a:stretch/>
        </p:blipFill>
        <p:spPr>
          <a:xfrm>
            <a:off x="1368927" y="4818447"/>
            <a:ext cx="3351213" cy="574963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4CF0A8-10E7-3988-9C44-F16476168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068384"/>
      </p:ext>
    </p:extLst>
  </p:cSld>
  <p:clrMapOvr>
    <a:masterClrMapping/>
  </p:clrMapOvr>
  <p:transition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/>
        </p:nvGrpSpPr>
        <p:grpSpPr>
          <a:xfrm>
            <a:off x="488347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/>
        </p:nvCxnSpPr>
        <p:spPr>
          <a:xfrm>
            <a:off x="576072" y="914400"/>
            <a:ext cx="0" cy="5029200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CE3AB95-4D16-4E4C-9676-FA59758CF6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21118" y="-1"/>
            <a:ext cx="4570882" cy="685799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64A7E4-6721-2A43-8F3D-2A1DC5FAC05F}"/>
              </a:ext>
            </a:extLst>
          </p:cNvPr>
          <p:cNvSpPr txBox="1"/>
          <p:nvPr/>
        </p:nvSpPr>
        <p:spPr>
          <a:xfrm>
            <a:off x="1142999" y="601565"/>
            <a:ext cx="5427129" cy="184666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AuE8200 Project Proposal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4159A85-EC93-5D4D-82FC-24AD8E4028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914400"/>
            <a:ext cx="5741877" cy="443198"/>
          </a:xfrm>
        </p:spPr>
        <p:txBody>
          <a:bodyPr/>
          <a:lstStyle/>
          <a:p>
            <a:r>
              <a:rPr lang="en-US" dirty="0"/>
              <a:t>Click to add one-line slide title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DF472A4-DD22-6C47-A288-347E179791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43000" y="1502152"/>
            <a:ext cx="5741881" cy="2215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/>
            </a:lvl1pPr>
            <a:lvl2pPr indent="0">
              <a:spcAft>
                <a:spcPts val="600"/>
              </a:spcAft>
              <a:defRPr/>
            </a:lvl2pPr>
            <a:lvl3pPr indent="0">
              <a:spcAft>
                <a:spcPts val="600"/>
              </a:spcAft>
              <a:buFont typeface="System Font Regular"/>
              <a:buChar char="-"/>
              <a:defRPr/>
            </a:lvl3pPr>
          </a:lstStyle>
          <a:p>
            <a:pPr lvl="0"/>
            <a:r>
              <a:rPr lang="en-US"/>
              <a:t>Click to enter slide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CE3A00-D113-E0A1-EAAD-AED256583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47" y="6071769"/>
            <a:ext cx="2235393" cy="353382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E3165F1-0B43-D98C-522C-ADA80DFE4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50065"/>
      </p:ext>
    </p:extLst>
  </p:cSld>
  <p:clrMapOvr>
    <a:masterClrMapping/>
  </p:clrMapOvr>
  <p:transition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on th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8788" y="914400"/>
            <a:ext cx="5741890" cy="799450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add a slide title. Can be two lines if needed.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1F258-1A68-4C4E-8346-5C0E931AB528}"/>
              </a:ext>
            </a:extLst>
          </p:cNvPr>
          <p:cNvSpPr txBox="1"/>
          <p:nvPr/>
        </p:nvSpPr>
        <p:spPr>
          <a:xfrm>
            <a:off x="5768787" y="585180"/>
            <a:ext cx="4570881" cy="184666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AuE8200 Project Proposal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/>
        </p:nvGrpSpPr>
        <p:grpSpPr>
          <a:xfrm>
            <a:off x="5114135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/>
        </p:nvCxnSpPr>
        <p:spPr>
          <a:xfrm>
            <a:off x="5201860" y="914400"/>
            <a:ext cx="0" cy="5029200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CE3AB95-4D16-4E4C-9676-FA59758CF6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4570882" cy="685799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DCA9D59-E772-EB4E-ABE6-F3108BA6D1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8787" y="2000437"/>
            <a:ext cx="5741881" cy="2215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/>
            </a:lvl1pPr>
            <a:lvl2pPr indent="0">
              <a:spcAft>
                <a:spcPts val="600"/>
              </a:spcAft>
              <a:defRPr/>
            </a:lvl2pPr>
            <a:lvl3pPr indent="0">
              <a:spcAft>
                <a:spcPts val="600"/>
              </a:spcAft>
              <a:buFont typeface="System Font Regular"/>
              <a:buChar char="-"/>
              <a:defRPr/>
            </a:lvl3pPr>
          </a:lstStyle>
          <a:p>
            <a:pPr lvl="0"/>
            <a:r>
              <a:rPr lang="en-US"/>
              <a:t>Click to enter slide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6E66C-255F-AD9A-7D79-969A01120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566" y="6088153"/>
            <a:ext cx="2235393" cy="3533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695A-D1BF-335D-9EF1-64ED2798F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360891"/>
      </p:ext>
    </p:extLst>
  </p:cSld>
  <p:clrMapOvr>
    <a:masterClrMapping/>
  </p:clrMapOvr>
  <p:transition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No S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914400"/>
            <a:ext cx="10515600" cy="443198"/>
          </a:xfrm>
        </p:spPr>
        <p:txBody>
          <a:bodyPr/>
          <a:lstStyle/>
          <a:p>
            <a:r>
              <a:rPr lang="en-US"/>
              <a:t>Click to add one-line slide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1F258-1A68-4C4E-8346-5C0E931AB528}"/>
              </a:ext>
            </a:extLst>
          </p:cNvPr>
          <p:cNvSpPr txBox="1"/>
          <p:nvPr/>
        </p:nvSpPr>
        <p:spPr>
          <a:xfrm>
            <a:off x="1142999" y="601565"/>
            <a:ext cx="5427129" cy="184666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Final Project Presentation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/>
        </p:nvGrpSpPr>
        <p:grpSpPr>
          <a:xfrm>
            <a:off x="488347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/>
        </p:nvCxnSpPr>
        <p:spPr>
          <a:xfrm>
            <a:off x="576072" y="914400"/>
            <a:ext cx="0" cy="5325035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7F2857-5BDD-1A41-9B67-E94719B8A6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43000" y="1502152"/>
            <a:ext cx="5741881" cy="2215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/>
            </a:lvl1pPr>
            <a:lvl2pPr indent="0">
              <a:spcAft>
                <a:spcPts val="600"/>
              </a:spcAft>
              <a:defRPr/>
            </a:lvl2pPr>
            <a:lvl3pPr indent="0">
              <a:spcAft>
                <a:spcPts val="600"/>
              </a:spcAft>
              <a:buFont typeface="System Font Regular"/>
              <a:buChar char="-"/>
              <a:defRPr/>
            </a:lvl3pPr>
          </a:lstStyle>
          <a:p>
            <a:pPr lvl="0"/>
            <a:r>
              <a:rPr lang="en-US"/>
              <a:t>Click to enter slide text</a:t>
            </a:r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0E9F0BC9-551D-F55E-9B8A-F3CF36EA5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08020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20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ed Content with Horizont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C937C19-40A7-4941-A7B7-193636B91242}"/>
              </a:ext>
            </a:extLst>
          </p:cNvPr>
          <p:cNvGrpSpPr/>
          <p:nvPr/>
        </p:nvGrpSpPr>
        <p:grpSpPr>
          <a:xfrm>
            <a:off x="8040556" y="5630732"/>
            <a:ext cx="3910389" cy="288432"/>
            <a:chOff x="7584141" y="1424618"/>
            <a:chExt cx="3910389" cy="28843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95EF06-2B98-EA40-9019-2F4D162B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414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183929-8787-BC4E-8C9C-DBB8276B3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410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AC3E16-44E6-4F47-8EB0-2155EFC5D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679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325CAC-3EBC-3446-AD4E-8C2B21A9E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194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081357C-2AB3-5C43-85B9-DA4A8AE90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1217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BD36AFE-E88F-AD45-85FB-6B5DCD278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0486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DBD0829-F10F-B844-B22C-E3F1EAD61A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755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4C85DB-253B-8946-88C0-B7331EABF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024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ABB5419-F09D-434D-943C-0DE0034C0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8293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EB7D54-4AF8-6F4B-B573-6A4608E69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7562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3DE085B-472B-7C4F-88F7-EFCED6A04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83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7A3916C-6389-1642-9CA5-0BE7644E50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609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FEA01D7-B404-904A-96AB-35CC4DF9FF23}"/>
              </a:ext>
            </a:extLst>
          </p:cNvPr>
          <p:cNvGrpSpPr/>
          <p:nvPr/>
        </p:nvGrpSpPr>
        <p:grpSpPr>
          <a:xfrm>
            <a:off x="401059" y="399023"/>
            <a:ext cx="274320" cy="212725"/>
            <a:chOff x="11343190" y="687636"/>
            <a:chExt cx="274320" cy="212725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5158E5-473B-6748-867B-510B22C34E5A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0014D27-F161-A445-B952-160EF4D746ED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9FEAE8E-A6C4-034D-8A1E-9CF18904A23D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F14729-8C34-AF40-9580-0066A5A12A2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1B8E7794-72D8-3143-BE21-F0E03CCE1A96}"/>
              </a:ext>
            </a:extLst>
          </p:cNvPr>
          <p:cNvSpPr/>
          <p:nvPr/>
        </p:nvSpPr>
        <p:spPr>
          <a:xfrm>
            <a:off x="0" y="4861932"/>
            <a:ext cx="579863" cy="1996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LT Std" pitchFamily="2" charset="0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5843A35-E997-2849-9ADF-E62F84C88443}"/>
              </a:ext>
            </a:extLst>
          </p:cNvPr>
          <p:cNvGrpSpPr/>
          <p:nvPr/>
        </p:nvGrpSpPr>
        <p:grpSpPr>
          <a:xfrm>
            <a:off x="4766668" y="5533507"/>
            <a:ext cx="502600" cy="744358"/>
            <a:chOff x="7543800" y="-161366"/>
            <a:chExt cx="590775" cy="874945"/>
          </a:xfrm>
          <a:solidFill>
            <a:schemeClr val="accent1"/>
          </a:solidFill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D7467D-A401-7948-9405-D8DF370C99F9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294C53F2-5FC4-2045-81EE-E5D1B1FCDFDC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609C2E7C-6EA0-5A43-A50B-012653894CFD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59FF796-E951-014A-93DA-249A34BCC6C3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9F8C600-C2D9-3C42-8BBF-A8D8F9C386E8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6F999D5-0ED8-3D4D-B381-B37D252951E9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DDAB66F-4A22-3F4C-95A7-CFE12BA94972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80AB062-7DE0-0445-A537-9CAF21B803D3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54B8CC9-8D60-0847-9839-0881E8321D83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47DBE0A4-89CA-3248-A36C-20B54D2AEC90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9CF07194-C2A2-134F-8164-13AA0EC58976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9C688A4-2395-7248-89EF-CB958D939986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362F58D-B0B4-2941-8C9C-73858832E2BD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B0A3173-CBD7-C543-BCB3-3D7B175BF0D1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270BE89-86B2-0C44-BFBF-E949724C76F5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B0DBAAD5-0709-0249-AFE5-B51C1657F120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CED9AD7-8475-FF4E-83E0-447F5BFE04EC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95308FC-9CD4-D84C-A31C-C90C9C0598CF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9B9A97B-CF49-5D4C-945C-EFC829AF774E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60AB1B0-C228-C841-BB3C-5D94CC192204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CFFC430E-3504-DE4E-A27F-14AD0F843BED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08D0CA93-8B91-EA48-9056-E6416966DF49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DD92517-6812-5149-92CF-50FCBD8A4701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3B07E2EB-0D93-D14F-949B-7079E6A3BF89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8F9E4E0-1FAD-7047-B470-3411288B1768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D6521BF-1EDD-C041-BD26-356D0CF00950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B20D3A0-035A-124F-BF7E-9A4A631A2839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6EC0028-8852-614C-A343-C8946CC464CC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FF36CF9-7A74-3247-A88C-3A9DE3D92C83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B0927AF-DFD7-814F-8BD8-B9AC4554EBA6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833CFF8-004C-5A45-93AE-F1B04D35CFEE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3FBD0E7-31A0-F94A-BD70-EBF27530379E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8E8659-FD62-734C-BAE4-77F5877C8AAB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EB55D90-3D86-974E-B5BE-1EF1542D5823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A2F6D66-F094-5941-BBC4-DFF532EA8A01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90B44F1-1E8C-2B4E-A240-6FD37C76051F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A77F22-CD46-2242-A891-03E53836616E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130E007-CA66-D641-82BF-0E7F3AED0738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67D476D-5953-CD4B-88E4-15D729FF19B0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75BE9D-7E96-854D-A01D-AE21601033E9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64E24A2-C705-6D42-83FE-170C07AC936B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9E99AB5-FA5F-BC40-9EE2-4700BCEDFA37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E7BFB8A-7AA7-B048-8829-1AB01E305AF0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159488D-2C14-4C46-AAFA-07834965055F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5CC224E-6F7F-8741-8D82-5728A5B414C9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18A8A83-0307-2B47-9FC8-157B5CD3C696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83E58EC-55E2-434B-B722-5DBE8A13F37C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B6F27C-DA8B-1043-8A3A-33E5826F3060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4" name="Title 1">
            <a:extLst>
              <a:ext uri="{FF2B5EF4-FFF2-40B4-BE49-F238E27FC236}">
                <a16:creationId xmlns:a16="http://schemas.microsoft.com/office/drawing/2014/main" id="{6427E4E8-5D51-204C-849F-C9236A62C2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1640898"/>
          </a:xfrm>
        </p:spPr>
        <p:txBody>
          <a:bodyPr anchor="t"/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This slide is used to highlight some form of content 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1E887DE2-31FB-5E44-AC0C-85A687E031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8425" y="3291944"/>
            <a:ext cx="4386263" cy="664797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Add a sentence of descriptive text if needed.</a:t>
            </a:r>
          </a:p>
        </p:txBody>
      </p:sp>
      <p:sp>
        <p:nvSpPr>
          <p:cNvPr id="87" name="Picture Placeholder 4">
            <a:extLst>
              <a:ext uri="{FF2B5EF4-FFF2-40B4-BE49-F238E27FC236}">
                <a16:creationId xmlns:a16="http://schemas.microsoft.com/office/drawing/2014/main" id="{53C12934-8489-ED47-9677-0D9506BDC2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75344" y="1371601"/>
            <a:ext cx="5629077" cy="3697940"/>
          </a:xfrm>
        </p:spPr>
        <p:txBody>
          <a:bodyPr anchor="ctr"/>
          <a:lstStyle>
            <a:lvl1pPr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Main Slide Deck Photo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D3EF107-8AE8-8442-810E-58D020DFC7E4}"/>
              </a:ext>
            </a:extLst>
          </p:cNvPr>
          <p:cNvSpPr txBox="1"/>
          <p:nvPr/>
        </p:nvSpPr>
        <p:spPr>
          <a:xfrm rot="16200000">
            <a:off x="-966073" y="3123149"/>
            <a:ext cx="2953373" cy="138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AuE8200 Project Proposal</a:t>
            </a:r>
          </a:p>
        </p:txBody>
      </p:sp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407A4334-728F-DC50-0141-30EC7A9040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4364" b="-4165"/>
          <a:stretch/>
        </p:blipFill>
        <p:spPr>
          <a:xfrm>
            <a:off x="1238368" y="5765451"/>
            <a:ext cx="3351213" cy="574963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815E3A3-B1C0-CBBA-68D8-11BF9ECB4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782669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1" orient="horz" pos="220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ighlighted Content with 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C937C19-40A7-4941-A7B7-193636B91242}"/>
              </a:ext>
            </a:extLst>
          </p:cNvPr>
          <p:cNvGrpSpPr/>
          <p:nvPr/>
        </p:nvGrpSpPr>
        <p:grpSpPr>
          <a:xfrm>
            <a:off x="8040556" y="1371600"/>
            <a:ext cx="3910389" cy="288432"/>
            <a:chOff x="7584141" y="1424618"/>
            <a:chExt cx="3910389" cy="28843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95EF06-2B98-EA40-9019-2F4D162B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414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183929-8787-BC4E-8C9C-DBB8276B3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410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AC3E16-44E6-4F47-8EB0-2155EFC5D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679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325CAC-3EBC-3446-AD4E-8C2B21A9E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194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081357C-2AB3-5C43-85B9-DA4A8AE90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1217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BD36AFE-E88F-AD45-85FB-6B5DCD278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0486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DBD0829-F10F-B844-B22C-E3F1EAD61A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755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4C85DB-253B-8946-88C0-B7331EABF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024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ABB5419-F09D-434D-943C-0DE0034C0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8293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EB7D54-4AF8-6F4B-B573-6A4608E69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7562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3DE085B-472B-7C4F-88F7-EFCED6A04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83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7A3916C-6389-1642-9CA5-0BE7644E50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609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FEA01D7-B404-904A-96AB-35CC4DF9FF23}"/>
              </a:ext>
            </a:extLst>
          </p:cNvPr>
          <p:cNvGrpSpPr/>
          <p:nvPr/>
        </p:nvGrpSpPr>
        <p:grpSpPr>
          <a:xfrm>
            <a:off x="401059" y="399023"/>
            <a:ext cx="274320" cy="212725"/>
            <a:chOff x="11343190" y="687636"/>
            <a:chExt cx="274320" cy="212725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5158E5-473B-6748-867B-510B22C34E5A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0014D27-F161-A445-B952-160EF4D746ED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9FEAE8E-A6C4-034D-8A1E-9CF18904A23D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F14729-8C34-AF40-9580-0066A5A12A2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1B8E7794-72D8-3143-BE21-F0E03CCE1A96}"/>
              </a:ext>
            </a:extLst>
          </p:cNvPr>
          <p:cNvSpPr/>
          <p:nvPr/>
        </p:nvSpPr>
        <p:spPr>
          <a:xfrm>
            <a:off x="0" y="4861932"/>
            <a:ext cx="579863" cy="1996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LT Std" pitchFamily="2" charset="0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5843A35-E997-2849-9ADF-E62F84C88443}"/>
              </a:ext>
            </a:extLst>
          </p:cNvPr>
          <p:cNvGrpSpPr/>
          <p:nvPr/>
        </p:nvGrpSpPr>
        <p:grpSpPr>
          <a:xfrm>
            <a:off x="6092573" y="5533507"/>
            <a:ext cx="502600" cy="744358"/>
            <a:chOff x="7543800" y="-161366"/>
            <a:chExt cx="590775" cy="874945"/>
          </a:xfrm>
          <a:solidFill>
            <a:schemeClr val="accent1"/>
          </a:solidFill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D7467D-A401-7948-9405-D8DF370C99F9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294C53F2-5FC4-2045-81EE-E5D1B1FCDFDC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609C2E7C-6EA0-5A43-A50B-012653894CFD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59FF796-E951-014A-93DA-249A34BCC6C3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9F8C600-C2D9-3C42-8BBF-A8D8F9C386E8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6F999D5-0ED8-3D4D-B381-B37D252951E9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DDAB66F-4A22-3F4C-95A7-CFE12BA94972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80AB062-7DE0-0445-A537-9CAF21B803D3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54B8CC9-8D60-0847-9839-0881E8321D83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47DBE0A4-89CA-3248-A36C-20B54D2AEC90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9CF07194-C2A2-134F-8164-13AA0EC58976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9C688A4-2395-7248-89EF-CB958D939986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362F58D-B0B4-2941-8C9C-73858832E2BD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B0A3173-CBD7-C543-BCB3-3D7B175BF0D1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270BE89-86B2-0C44-BFBF-E949724C76F5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B0DBAAD5-0709-0249-AFE5-B51C1657F120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CED9AD7-8475-FF4E-83E0-447F5BFE04EC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95308FC-9CD4-D84C-A31C-C90C9C0598CF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9B9A97B-CF49-5D4C-945C-EFC829AF774E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60AB1B0-C228-C841-BB3C-5D94CC192204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CFFC430E-3504-DE4E-A27F-14AD0F843BED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08D0CA93-8B91-EA48-9056-E6416966DF49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DD92517-6812-5149-92CF-50FCBD8A4701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3B07E2EB-0D93-D14F-949B-7079E6A3BF89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8F9E4E0-1FAD-7047-B470-3411288B1768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D6521BF-1EDD-C041-BD26-356D0CF00950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B20D3A0-035A-124F-BF7E-9A4A631A2839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6EC0028-8852-614C-A343-C8946CC464CC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FF36CF9-7A74-3247-A88C-3A9DE3D92C83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B0927AF-DFD7-814F-8BD8-B9AC4554EBA6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833CFF8-004C-5A45-93AE-F1B04D35CFEE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3FBD0E7-31A0-F94A-BD70-EBF27530379E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8E8659-FD62-734C-BAE4-77F5877C8AAB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EB55D90-3D86-974E-B5BE-1EF1542D5823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A2F6D66-F094-5941-BBC4-DFF532EA8A01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90B44F1-1E8C-2B4E-A240-6FD37C76051F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A77F22-CD46-2242-A891-03E53836616E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130E007-CA66-D641-82BF-0E7F3AED0738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67D476D-5953-CD4B-88E4-15D729FF19B0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75BE9D-7E96-854D-A01D-AE21601033E9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64E24A2-C705-6D42-83FE-170C07AC936B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9E99AB5-FA5F-BC40-9EE2-4700BCEDFA37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E7BFB8A-7AA7-B048-8829-1AB01E305AF0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159488D-2C14-4C46-AAFA-07834965055F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5CC224E-6F7F-8741-8D82-5728A5B414C9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18A8A83-0307-2B47-9FC8-157B5CD3C696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83E58EC-55E2-434B-B722-5DBE8A13F37C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B6F27C-DA8B-1043-8A3A-33E5826F3060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4" name="Title 1">
            <a:extLst>
              <a:ext uri="{FF2B5EF4-FFF2-40B4-BE49-F238E27FC236}">
                <a16:creationId xmlns:a16="http://schemas.microsoft.com/office/drawing/2014/main" id="{6427E4E8-5D51-204C-849F-C9236A62C2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1640898"/>
          </a:xfrm>
        </p:spPr>
        <p:txBody>
          <a:bodyPr anchor="t"/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This slide is used to highlight some form of content </a:t>
            </a:r>
          </a:p>
        </p:txBody>
      </p:sp>
      <p:sp>
        <p:nvSpPr>
          <p:cNvPr id="85" name="Picture Placeholder 4">
            <a:extLst>
              <a:ext uri="{FF2B5EF4-FFF2-40B4-BE49-F238E27FC236}">
                <a16:creationId xmlns:a16="http://schemas.microsoft.com/office/drawing/2014/main" id="{848A26CC-5521-DD47-862F-3B77250C5E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33057" y="469931"/>
            <a:ext cx="4257670" cy="6388059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1E887DE2-31FB-5E44-AC0C-85A687E031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8425" y="3291944"/>
            <a:ext cx="4386263" cy="664797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Add a sentence of descriptive text if needed.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0AD913-FAAC-E84F-88B3-64FD916E2AC3}"/>
              </a:ext>
            </a:extLst>
          </p:cNvPr>
          <p:cNvSpPr txBox="1"/>
          <p:nvPr/>
        </p:nvSpPr>
        <p:spPr>
          <a:xfrm rot="16200000">
            <a:off x="-966073" y="3123149"/>
            <a:ext cx="2953373" cy="138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AuE8200 Project Proposal</a:t>
            </a:r>
          </a:p>
        </p:txBody>
      </p:sp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18A2BA1D-BB63-ACE7-A4B4-2783509BE9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4364" b="-4165"/>
          <a:stretch/>
        </p:blipFill>
        <p:spPr>
          <a:xfrm>
            <a:off x="1238368" y="5765451"/>
            <a:ext cx="3351213" cy="574963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6385A5D-F3AC-8D28-77CB-2B0A34BAD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04540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1" orient="horz" pos="220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71F258-1A68-4C4E-8346-5C0E931AB528}"/>
              </a:ext>
            </a:extLst>
          </p:cNvPr>
          <p:cNvSpPr txBox="1"/>
          <p:nvPr/>
        </p:nvSpPr>
        <p:spPr>
          <a:xfrm>
            <a:off x="1143000" y="585180"/>
            <a:ext cx="4683642" cy="184666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AuE8200 Project Proposal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/>
        </p:nvGrpSpPr>
        <p:grpSpPr>
          <a:xfrm>
            <a:off x="488347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/>
        </p:nvCxnSpPr>
        <p:spPr>
          <a:xfrm>
            <a:off x="576072" y="914400"/>
            <a:ext cx="0" cy="5029200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86BE32-D590-3242-B4C4-A6516619FF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197583"/>
            <a:ext cx="3441700" cy="1746017"/>
          </a:xfrm>
          <a:solidFill>
            <a:schemeClr val="accent1"/>
          </a:solidFill>
        </p:spPr>
        <p:txBody>
          <a:bodyPr lIns="182880" tIns="182880" rIns="182880" bIns="182880"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426F026-DBC2-9949-90BC-0C92D5573A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9950" y="4197583"/>
            <a:ext cx="3441700" cy="1746017"/>
          </a:xfrm>
          <a:solidFill>
            <a:schemeClr val="accent1">
              <a:lumMod val="75000"/>
            </a:schemeClr>
          </a:solidFill>
        </p:spPr>
        <p:txBody>
          <a:bodyPr lIns="182880" tIns="182880" rIns="182880" bIns="182880"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062984B-9ED1-3A46-8503-74132E81CA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6900" y="4197582"/>
            <a:ext cx="3441700" cy="1746017"/>
          </a:xfrm>
          <a:solidFill>
            <a:schemeClr val="accent1">
              <a:lumMod val="50000"/>
            </a:schemeClr>
          </a:solidFill>
        </p:spPr>
        <p:txBody>
          <a:bodyPr lIns="182880" tIns="182880" rIns="182880" bIns="182880"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1ED4185-8286-4D41-8494-C7D287B022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3000" y="1502154"/>
            <a:ext cx="3441700" cy="269543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48B7F9AA-734B-ED43-8307-D6087385EB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79950" y="1502153"/>
            <a:ext cx="3441700" cy="269543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A5457519-2E4B-294B-8BAA-F05DD257942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16900" y="1502152"/>
            <a:ext cx="3441700" cy="269543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31C44B8-32F8-184E-AFD1-144543000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914400"/>
            <a:ext cx="10515600" cy="443198"/>
          </a:xfrm>
        </p:spPr>
        <p:txBody>
          <a:bodyPr/>
          <a:lstStyle/>
          <a:p>
            <a:r>
              <a:rPr lang="en-US"/>
              <a:t>Click to add one-line 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5D3404-EDAA-1722-1C41-73A1638098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3206" y="460155"/>
            <a:ext cx="2235393" cy="353382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0BDE32D-0754-295B-ADC2-A5080A37A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661804"/>
      </p:ext>
    </p:extLst>
  </p:cSld>
  <p:clrMapOvr>
    <a:masterClrMapping/>
  </p:clrMapOvr>
  <p:transition>
    <p:fade/>
  </p:transition>
  <p:hf hdr="0" ftr="0" dt="0"/>
  <p:extLst>
    <p:ext uri="{DCECCB84-F9BA-43D5-87BE-67443E8EF086}">
      <p15:sldGuideLst xmlns:p15="http://schemas.microsoft.com/office/powerpoint/2012/main">
        <p15:guide id="1" orient="horz" pos="220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FD9C7961-4EE6-4E0E-0C6D-62E64023E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72199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68928" y="3512644"/>
            <a:ext cx="4265752" cy="246221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Presenter Name</a:t>
            </a: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id="{32D705F4-66FC-4445-A2DF-A6A481D2978E}"/>
              </a:ext>
            </a:extLst>
          </p:cNvPr>
          <p:cNvGrpSpPr/>
          <p:nvPr/>
        </p:nvGrpSpPr>
        <p:grpSpPr>
          <a:xfrm>
            <a:off x="401059" y="399023"/>
            <a:ext cx="274320" cy="212725"/>
            <a:chOff x="11343190" y="687636"/>
            <a:chExt cx="274320" cy="212725"/>
          </a:xfrm>
        </p:grpSpPr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E108C30F-E145-2D4E-A954-673F6C5BAE06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12A828DF-2F75-3946-A018-2EFB7DBF2002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C0BD958-94D8-9D4F-BF03-4398CCDEF41F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C7F9DA8D-12BC-274D-96EA-CBF9AA504ABA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3" name="Rectangle 92">
            <a:extLst>
              <a:ext uri="{FF2B5EF4-FFF2-40B4-BE49-F238E27FC236}">
                <a16:creationId xmlns:a16="http://schemas.microsoft.com/office/drawing/2014/main" id="{E322D460-392B-1C4D-9198-FA12C00C1BDC}"/>
              </a:ext>
            </a:extLst>
          </p:cNvPr>
          <p:cNvSpPr/>
          <p:nvPr/>
        </p:nvSpPr>
        <p:spPr>
          <a:xfrm>
            <a:off x="0" y="4861932"/>
            <a:ext cx="579863" cy="1996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LT Std" pitchFamily="2" charset="0"/>
              <a:ea typeface="+mn-ea"/>
              <a:cs typeface="+mn-cs"/>
            </a:endParaRPr>
          </a:p>
        </p:txBody>
      </p:sp>
      <p:sp>
        <p:nvSpPr>
          <p:cNvPr id="171" name="Text Placeholder 170">
            <a:extLst>
              <a:ext uri="{FF2B5EF4-FFF2-40B4-BE49-F238E27FC236}">
                <a16:creationId xmlns:a16="http://schemas.microsoft.com/office/drawing/2014/main" id="{F097ABE9-E407-6F41-BEC5-2A6EECED9A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8927" y="3795786"/>
            <a:ext cx="4265751" cy="221599"/>
          </a:xfrm>
        </p:spPr>
        <p:txBody>
          <a:bodyPr/>
          <a:lstStyle>
            <a:lvl1pPr>
              <a:lnSpc>
                <a:spcPct val="100000"/>
              </a:lnSpc>
              <a:buNone/>
              <a:defRPr sz="1400">
                <a:solidFill>
                  <a:schemeClr val="accent2"/>
                </a:solidFill>
                <a:latin typeface="+mn-lt"/>
                <a:cs typeface="Sabon Next LT" panose="02000500000000000000" pitchFamily="2" charset="0"/>
              </a:defRPr>
            </a:lvl1pPr>
            <a:lvl2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2pPr>
            <a:lvl3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3pPr>
            <a:lvl4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4pPr>
            <a:lvl5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5pPr>
          </a:lstStyle>
          <a:p>
            <a:pPr lvl="0"/>
            <a:r>
              <a:rPr lang="en-US"/>
              <a:t>Presenter 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2013756"/>
          </a:xfrm>
        </p:spPr>
        <p:txBody>
          <a:bodyPr anchor="t"/>
          <a:lstStyle>
            <a:lvl1pPr algn="l">
              <a:lnSpc>
                <a:spcPct val="80000"/>
              </a:lnSpc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</a:t>
            </a:r>
            <a:br>
              <a:rPr lang="en-US"/>
            </a:br>
            <a:r>
              <a:rPr lang="en-US"/>
              <a:t>Edit Slide</a:t>
            </a:r>
            <a:br>
              <a:rPr lang="en-US"/>
            </a:br>
            <a:r>
              <a:rPr lang="en-US"/>
              <a:t>Deck Title</a:t>
            </a: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1643EC61-6566-E543-A5B5-627914069DFF}"/>
              </a:ext>
            </a:extLst>
          </p:cNvPr>
          <p:cNvGrpSpPr/>
          <p:nvPr/>
        </p:nvGrpSpPr>
        <p:grpSpPr>
          <a:xfrm>
            <a:off x="6776031" y="331149"/>
            <a:ext cx="502600" cy="744358"/>
            <a:chOff x="7543800" y="-161366"/>
            <a:chExt cx="590775" cy="874945"/>
          </a:xfrm>
          <a:solidFill>
            <a:schemeClr val="accent1"/>
          </a:solidFill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43F7657A-A9E2-C442-AD47-9F48D895F723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F8153F31-15B8-B343-B670-EE78EE5DA576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91EAB16D-1DE1-3745-B9BE-CBE656648391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7D9812CD-D01B-B247-B9AD-18E24E7233F3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EDDFFA03-F4A1-7047-9E08-208BA09C3D0D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1FB72449-95B1-2B43-8D77-407E8C6DA8C5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1" name="Group 120">
              <a:extLst>
                <a:ext uri="{FF2B5EF4-FFF2-40B4-BE49-F238E27FC236}">
                  <a16:creationId xmlns:a16="http://schemas.microsoft.com/office/drawing/2014/main" id="{DCEC2D2C-E5FA-D04C-B850-60ADDADB3E6E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ED5187E1-AC0D-FC49-9EE2-2306528B4A49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C4784A95-5FE0-C140-8960-792C1FA54D8D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BD31660C-A41B-0C47-8721-3269686D0B7B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14629AF0-29CC-AC4C-9D89-02DB0F5A5940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270F4FB4-32B1-B143-9367-323742EA234A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134E604F-80D8-1440-A1A6-E3B21E3E147F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D2F15213-AFF8-F847-BA16-CC86F4A8C267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0D04F651-7C4C-804C-85D8-57993A3AEC41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F2FE10BF-E710-C847-9B52-742FFA7E283F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47C598C5-5FC3-9048-A409-8ABD7D254525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72B5F8FF-6D44-C046-A691-779698113840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3" name="Group 122">
              <a:extLst>
                <a:ext uri="{FF2B5EF4-FFF2-40B4-BE49-F238E27FC236}">
                  <a16:creationId xmlns:a16="http://schemas.microsoft.com/office/drawing/2014/main" id="{3E59708B-CAC1-DB45-A975-4C03847B1EB9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75E5234C-15A6-5E44-BF35-31E80EFB9381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0E80B58E-1742-934D-8EE7-4C113ADB9B6E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BC3A11F9-D0AF-9142-804F-12BBAAECA17C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BF540119-E7D7-F948-AB3C-60092FDE3ADA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8877E89C-0A46-C64F-8535-4B5B76DD9AEF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89355624-FAF3-6744-87F8-7392C602601F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89D8A231-9067-484B-85A6-B1A2D7E4E905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5E552D2-CD2A-D449-BB99-96C5B4CDD19E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61FFBA65-E084-8241-B00B-FE5095A3D36C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7E396DF2-6955-174E-9B0D-4F5D96171AD4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C38B922C-2024-DF4D-AE50-98727FB69552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653CA02C-483C-A142-A160-F0D09AFCD5FA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C011A6C2-5A12-4040-AAF8-3208C20DF989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11957DA0-CE02-D646-A9F2-4F42F6EA9C25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89076BD0-B02A-9A47-848C-C1A680E47C33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E86EF256-BDF3-B641-A83A-9C011211D823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C7F89A0E-2069-5249-99EB-7BB8FFDF5BD0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6" name="Group 125">
              <a:extLst>
                <a:ext uri="{FF2B5EF4-FFF2-40B4-BE49-F238E27FC236}">
                  <a16:creationId xmlns:a16="http://schemas.microsoft.com/office/drawing/2014/main" id="{DC6DA0E6-DACF-4D42-9B6D-FEC5A7CDB9DC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130A8894-5819-FB42-9034-679CCB3EF4D7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591028E1-2CAF-124B-8EA8-D71FD17C8CE9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8CFDA6FA-E1D2-9247-9980-DCE2BE97D7BE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1B64BC2F-D226-6D44-AD18-AB853DF44B12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5F2B6E2-75D3-E74B-A31F-DA40DF038E68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7" name="Group 126">
              <a:extLst>
                <a:ext uri="{FF2B5EF4-FFF2-40B4-BE49-F238E27FC236}">
                  <a16:creationId xmlns:a16="http://schemas.microsoft.com/office/drawing/2014/main" id="{D33620A5-D40E-F441-BDC3-6621046F58DC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B6A556E-CE62-5541-AD8B-7E57259F0DCC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8A26C7EF-64FA-7940-AA35-18D18CA96103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31924F18-0980-3141-8E51-D9F4B4623F20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708C4583-68A7-9449-8688-C4A56CF05A04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F9D2C0E3-473B-8A47-B4A1-95C8BC56DC38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D05E947-8AB9-9741-9517-0102689D99D1}"/>
              </a:ext>
            </a:extLst>
          </p:cNvPr>
          <p:cNvGrpSpPr/>
          <p:nvPr/>
        </p:nvGrpSpPr>
        <p:grpSpPr>
          <a:xfrm>
            <a:off x="10823072" y="5615760"/>
            <a:ext cx="1106020" cy="1020295"/>
            <a:chOff x="7570694" y="-1223682"/>
            <a:chExt cx="1106020" cy="1020295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3AA7A149-49E4-9949-8754-19AB21BA0381}"/>
                </a:ext>
              </a:extLst>
            </p:cNvPr>
            <p:cNvSpPr/>
            <p:nvPr/>
          </p:nvSpPr>
          <p:spPr>
            <a:xfrm>
              <a:off x="757069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23C6158D-1E84-B542-A83C-B42E1BE057C2}"/>
                </a:ext>
              </a:extLst>
            </p:cNvPr>
            <p:cNvSpPr/>
            <p:nvPr/>
          </p:nvSpPr>
          <p:spPr>
            <a:xfrm>
              <a:off x="789454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24A6206E-54DA-FA43-A2CB-327439C8752D}"/>
                </a:ext>
              </a:extLst>
            </p:cNvPr>
            <p:cNvSpPr/>
            <p:nvPr/>
          </p:nvSpPr>
          <p:spPr>
            <a:xfrm>
              <a:off x="821839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2DEFDC1A-BC73-0C43-8B70-EC38D846A51E}"/>
                </a:ext>
              </a:extLst>
            </p:cNvPr>
            <p:cNvSpPr/>
            <p:nvPr/>
          </p:nvSpPr>
          <p:spPr>
            <a:xfrm>
              <a:off x="8542244" y="-122368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E28CAF4A-E516-514E-A3AD-57893C50F732}"/>
                </a:ext>
              </a:extLst>
            </p:cNvPr>
            <p:cNvSpPr/>
            <p:nvPr/>
          </p:nvSpPr>
          <p:spPr>
            <a:xfrm>
              <a:off x="757069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DF3127E8-DCF2-4F4A-86FF-62F50A9755B1}"/>
                </a:ext>
              </a:extLst>
            </p:cNvPr>
            <p:cNvSpPr/>
            <p:nvPr/>
          </p:nvSpPr>
          <p:spPr>
            <a:xfrm>
              <a:off x="789454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87C55ED-2AE3-AC46-8ECD-024FA1F38A3F}"/>
                </a:ext>
              </a:extLst>
            </p:cNvPr>
            <p:cNvSpPr/>
            <p:nvPr/>
          </p:nvSpPr>
          <p:spPr>
            <a:xfrm>
              <a:off x="821839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6AA446C4-1C5A-5F45-9860-89832F2DDD79}"/>
                </a:ext>
              </a:extLst>
            </p:cNvPr>
            <p:cNvSpPr/>
            <p:nvPr/>
          </p:nvSpPr>
          <p:spPr>
            <a:xfrm>
              <a:off x="8542244" y="-92840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E9923AA8-08C4-7C4F-893E-9F2501E34753}"/>
                </a:ext>
              </a:extLst>
            </p:cNvPr>
            <p:cNvSpPr/>
            <p:nvPr/>
          </p:nvSpPr>
          <p:spPr>
            <a:xfrm>
              <a:off x="757069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6E9AE47D-045E-FE48-83FA-F8B7EFE2F80C}"/>
                </a:ext>
              </a:extLst>
            </p:cNvPr>
            <p:cNvSpPr/>
            <p:nvPr/>
          </p:nvSpPr>
          <p:spPr>
            <a:xfrm>
              <a:off x="789454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916D4805-4ED4-D54B-A802-8051757D25F9}"/>
                </a:ext>
              </a:extLst>
            </p:cNvPr>
            <p:cNvSpPr/>
            <p:nvPr/>
          </p:nvSpPr>
          <p:spPr>
            <a:xfrm>
              <a:off x="821839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C4119405-72E8-4443-B6A0-29BC4DCF0751}"/>
                </a:ext>
              </a:extLst>
            </p:cNvPr>
            <p:cNvSpPr/>
            <p:nvPr/>
          </p:nvSpPr>
          <p:spPr>
            <a:xfrm>
              <a:off x="8542244" y="-633132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9A8B504D-1F3D-0D49-9444-C067B71D840F}"/>
                </a:ext>
              </a:extLst>
            </p:cNvPr>
            <p:cNvSpPr/>
            <p:nvPr/>
          </p:nvSpPr>
          <p:spPr>
            <a:xfrm>
              <a:off x="757069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ABB02D81-DBEC-8548-8273-91D6154FCD45}"/>
                </a:ext>
              </a:extLst>
            </p:cNvPr>
            <p:cNvSpPr/>
            <p:nvPr/>
          </p:nvSpPr>
          <p:spPr>
            <a:xfrm>
              <a:off x="789454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FD0067C0-D924-6442-954A-F5AA2203392A}"/>
                </a:ext>
              </a:extLst>
            </p:cNvPr>
            <p:cNvSpPr/>
            <p:nvPr/>
          </p:nvSpPr>
          <p:spPr>
            <a:xfrm>
              <a:off x="821839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05AC442E-A509-C443-92FC-2BF058EFE810}"/>
                </a:ext>
              </a:extLst>
            </p:cNvPr>
            <p:cNvSpPr/>
            <p:nvPr/>
          </p:nvSpPr>
          <p:spPr>
            <a:xfrm>
              <a:off x="8542244" y="-337857"/>
              <a:ext cx="134470" cy="13447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41E2089-C56A-3A4B-89B3-2B8FF51B3337}"/>
              </a:ext>
            </a:extLst>
          </p:cNvPr>
          <p:cNvSpPr txBox="1"/>
          <p:nvPr/>
        </p:nvSpPr>
        <p:spPr>
          <a:xfrm>
            <a:off x="11214157" y="329288"/>
            <a:ext cx="742444" cy="829907"/>
          </a:xfrm>
          <a:prstGeom prst="rect">
            <a:avLst/>
          </a:prstGeom>
          <a:noFill/>
          <a:ln w="53975">
            <a:noFill/>
          </a:ln>
          <a:effectLst/>
        </p:spPr>
        <p:txBody>
          <a:bodyPr wrap="square" l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u="none" strike="noStrike" kern="1200" cap="none" spc="-10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br>
              <a:rPr kumimoji="0" lang="en-US" sz="3600" b="1" u="none" strike="noStrike" kern="1200" cap="none" spc="-10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3600" b="1" u="none" strike="noStrike" kern="1200" cap="none" spc="-100" normalizeH="0" baseline="0" noProof="0" dirty="0">
                <a:ln>
                  <a:noFill/>
                </a:ln>
                <a:solidFill>
                  <a:srgbClr val="FFFFFF">
                    <a:alpha val="50000"/>
                  </a:srgbClr>
                </a:solidFill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25</a:t>
            </a:r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8D44FFDA-6D1F-344C-82D8-66145DD1EF76}"/>
              </a:ext>
            </a:extLst>
          </p:cNvPr>
          <p:cNvCxnSpPr>
            <a:cxnSpLocks/>
          </p:cNvCxnSpPr>
          <p:nvPr/>
        </p:nvCxnSpPr>
        <p:spPr>
          <a:xfrm>
            <a:off x="11311059" y="1181498"/>
            <a:ext cx="548640" cy="0"/>
          </a:xfrm>
          <a:prstGeom prst="line">
            <a:avLst/>
          </a:prstGeom>
          <a:ln w="44450">
            <a:solidFill>
              <a:schemeClr val="bg1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F85B8A9-9033-624D-9EA8-83413BD1838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68372" y="1389901"/>
            <a:ext cx="5629077" cy="3996582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Main Slide Deck Photo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0963DD-5962-AF4B-9AD9-14D254B045DD}"/>
              </a:ext>
            </a:extLst>
          </p:cNvPr>
          <p:cNvSpPr txBox="1"/>
          <p:nvPr/>
        </p:nvSpPr>
        <p:spPr>
          <a:xfrm rot="16200000">
            <a:off x="-948407" y="3154301"/>
            <a:ext cx="2953373" cy="138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bg1"/>
                </a:solidFill>
              </a:rPr>
              <a:t>AuE-6930: Paper Study #1</a:t>
            </a:r>
          </a:p>
        </p:txBody>
      </p:sp>
      <p:pic>
        <p:nvPicPr>
          <p:cNvPr id="4" name="Picture Placeholder 7">
            <a:extLst>
              <a:ext uri="{FF2B5EF4-FFF2-40B4-BE49-F238E27FC236}">
                <a16:creationId xmlns:a16="http://schemas.microsoft.com/office/drawing/2014/main" id="{15A399E1-14AA-C4FC-FC5E-75249805BDB0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t="-4364" b="-4165"/>
          <a:stretch/>
        </p:blipFill>
        <p:spPr>
          <a:xfrm>
            <a:off x="1368927" y="4818447"/>
            <a:ext cx="3351213" cy="57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895657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No S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143000" y="914400"/>
            <a:ext cx="10515600" cy="443198"/>
          </a:xfrm>
        </p:spPr>
        <p:txBody>
          <a:bodyPr/>
          <a:lstStyle/>
          <a:p>
            <a:r>
              <a:rPr lang="en-US"/>
              <a:t>Click to add one-line slide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1F258-1A68-4C4E-8346-5C0E931AB528}"/>
              </a:ext>
            </a:extLst>
          </p:cNvPr>
          <p:cNvSpPr txBox="1"/>
          <p:nvPr/>
        </p:nvSpPr>
        <p:spPr>
          <a:xfrm>
            <a:off x="1142999" y="601565"/>
            <a:ext cx="5427129" cy="184666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AuE-6930: Paper Study #1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/>
        </p:nvGrpSpPr>
        <p:grpSpPr>
          <a:xfrm>
            <a:off x="488347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/>
        </p:nvCxnSpPr>
        <p:spPr>
          <a:xfrm>
            <a:off x="576072" y="914400"/>
            <a:ext cx="0" cy="5325035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7F2857-5BDD-1A41-9B67-E94719B8A62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43000" y="1502152"/>
            <a:ext cx="5741881" cy="2215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/>
            </a:lvl1pPr>
            <a:lvl2pPr indent="0">
              <a:spcAft>
                <a:spcPts val="600"/>
              </a:spcAft>
              <a:defRPr/>
            </a:lvl2pPr>
            <a:lvl3pPr indent="0">
              <a:spcAft>
                <a:spcPts val="600"/>
              </a:spcAft>
              <a:buFont typeface="System Font Regular"/>
              <a:buChar char="-"/>
              <a:defRPr/>
            </a:lvl3pPr>
          </a:lstStyle>
          <a:p>
            <a:pPr lvl="0"/>
            <a:r>
              <a:rPr lang="en-US"/>
              <a:t>Click to enter slide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72BC52-E97D-82CF-0DEE-5882C72DB784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9423206" y="460155"/>
            <a:ext cx="2235393" cy="353382"/>
          </a:xfrm>
          <a:prstGeom prst="rect">
            <a:avLst/>
          </a:prstGeom>
        </p:spPr>
      </p:pic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0E9F0BC9-551D-F55E-9B8A-F3CF36EA5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80345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20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65F1211-8698-3A44-97D0-23FFBC8D1626}"/>
              </a:ext>
            </a:extLst>
          </p:cNvPr>
          <p:cNvCxnSpPr>
            <a:cxnSpLocks/>
          </p:cNvCxnSpPr>
          <p:nvPr/>
        </p:nvCxnSpPr>
        <p:spPr>
          <a:xfrm>
            <a:off x="405141" y="914400"/>
            <a:ext cx="0" cy="5934165"/>
          </a:xfrm>
          <a:prstGeom prst="line">
            <a:avLst/>
          </a:prstGeom>
          <a:ln w="1270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628565E-941C-9D43-9F37-0C50EE4F21C0}"/>
              </a:ext>
            </a:extLst>
          </p:cNvPr>
          <p:cNvGrpSpPr/>
          <p:nvPr/>
        </p:nvGrpSpPr>
        <p:grpSpPr>
          <a:xfrm>
            <a:off x="1368928" y="912200"/>
            <a:ext cx="274320" cy="212725"/>
            <a:chOff x="11343190" y="687636"/>
            <a:chExt cx="274320" cy="212725"/>
          </a:xfrm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3BAEB5BD-4F80-BA48-9E5E-C9C6140F63B5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F2C89BD-10AF-DC46-B4C1-68FFB539C8F4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6152ABD6-B53A-0144-BEA6-919C107009D1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8195993-2A82-4C42-87F5-C1BA3C20B247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71E40D0A-2301-0947-B931-2A1AB2B5AE7E}"/>
              </a:ext>
            </a:extLst>
          </p:cNvPr>
          <p:cNvGrpSpPr/>
          <p:nvPr/>
        </p:nvGrpSpPr>
        <p:grpSpPr>
          <a:xfrm>
            <a:off x="5683925" y="5745849"/>
            <a:ext cx="3910389" cy="288432"/>
            <a:chOff x="7584141" y="1424618"/>
            <a:chExt cx="3910389" cy="288432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E90BFED6-8FB3-A547-BC81-DBC31025A5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4141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057E7BC9-C981-1648-8E86-B4CAB1CAB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410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707A3525-5818-6343-9DD0-977945DD8C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679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9B746CF-5E80-5844-8BD9-C82FFE1D8F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1948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A59EACF3-E25A-024B-81E0-FDBE32D83D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1217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10DEC351-F79D-3948-9918-B48CD00859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0486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0E6FB975-E6DB-F549-8B78-6F0B630E1C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755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FBF1F6CE-3021-7941-A973-3BF137EBBF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024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934984BF-A22C-374F-B942-F0C0C7F277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8293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62F7B56-AA53-244B-89DF-4D53C2B94B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7562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BB1062C7-E818-9146-B854-9AEFFD7862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831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FACC81E7-15E4-974D-AC32-890746A383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6098" y="1424618"/>
              <a:ext cx="288432" cy="288432"/>
            </a:xfrm>
            <a:prstGeom prst="line">
              <a:avLst/>
            </a:prstGeom>
            <a:ln w="101600" cap="rnd">
              <a:solidFill>
                <a:schemeClr val="tx2">
                  <a:lumMod val="50000"/>
                  <a:lumOff val="50000"/>
                  <a:alpha val="1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7" name="Picture Placeholder 4">
            <a:extLst>
              <a:ext uri="{FF2B5EF4-FFF2-40B4-BE49-F238E27FC236}">
                <a16:creationId xmlns:a16="http://schemas.microsoft.com/office/drawing/2014/main" id="{CF6F94E6-FB2A-5C49-9309-47060E9D4E0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68372" y="1389901"/>
            <a:ext cx="5629077" cy="3996582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Main Slide Deck Photo</a:t>
            </a:r>
          </a:p>
        </p:txBody>
      </p:sp>
      <p:sp>
        <p:nvSpPr>
          <p:cNvPr id="179" name="Title 1">
            <a:extLst>
              <a:ext uri="{FF2B5EF4-FFF2-40B4-BE49-F238E27FC236}">
                <a16:creationId xmlns:a16="http://schemas.microsoft.com/office/drawing/2014/main" id="{4ABF823B-5972-8C46-BE31-3BCDD8C4CD8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1099212"/>
          </a:xfrm>
        </p:spPr>
        <p:txBody>
          <a:bodyPr anchor="t"/>
          <a:lstStyle>
            <a:lvl1pPr algn="l">
              <a:lnSpc>
                <a:spcPct val="8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 Slide</a:t>
            </a:r>
          </a:p>
        </p:txBody>
      </p:sp>
      <p:sp>
        <p:nvSpPr>
          <p:cNvPr id="181" name="Subtitle 2">
            <a:extLst>
              <a:ext uri="{FF2B5EF4-FFF2-40B4-BE49-F238E27FC236}">
                <a16:creationId xmlns:a16="http://schemas.microsoft.com/office/drawing/2014/main" id="{01696AF9-CA68-AA4A-B317-7B0E932B651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353881" y="3230360"/>
            <a:ext cx="4265752" cy="246221"/>
          </a:xfr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Enter Presenter Name</a:t>
            </a:r>
          </a:p>
        </p:txBody>
      </p:sp>
      <p:sp>
        <p:nvSpPr>
          <p:cNvPr id="182" name="Text Placeholder 170">
            <a:extLst>
              <a:ext uri="{FF2B5EF4-FFF2-40B4-BE49-F238E27FC236}">
                <a16:creationId xmlns:a16="http://schemas.microsoft.com/office/drawing/2014/main" id="{B67B351C-2A1F-D34C-9A40-CDFA2D8E488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53880" y="3513502"/>
            <a:ext cx="4265751" cy="221599"/>
          </a:xfrm>
        </p:spPr>
        <p:txBody>
          <a:bodyPr/>
          <a:lstStyle>
            <a:lvl1pPr>
              <a:lnSpc>
                <a:spcPct val="100000"/>
              </a:lnSpc>
              <a:buNone/>
              <a:defRPr sz="1400">
                <a:solidFill>
                  <a:schemeClr val="accent2"/>
                </a:solidFill>
                <a:latin typeface="+mn-lt"/>
                <a:cs typeface="Sabon Next LT" panose="02000500000000000000" pitchFamily="2" charset="0"/>
              </a:defRPr>
            </a:lvl1pPr>
            <a:lvl2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2pPr>
            <a:lvl3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3pPr>
            <a:lvl4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4pPr>
            <a:lvl5pPr>
              <a:buNone/>
              <a:defRPr sz="1400">
                <a:solidFill>
                  <a:schemeClr val="accent2"/>
                </a:solidFill>
                <a:latin typeface="Sabon Next LT" panose="02000500000000000000" pitchFamily="2" charset="0"/>
                <a:cs typeface="Sabon Next LT" panose="02000500000000000000" pitchFamily="2" charset="0"/>
              </a:defRPr>
            </a:lvl5pPr>
          </a:lstStyle>
          <a:p>
            <a:pPr lvl="0"/>
            <a:r>
              <a:rPr lang="en-US"/>
              <a:t>Presenter Title</a:t>
            </a:r>
          </a:p>
        </p:txBody>
      </p: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0FE3599A-DB2A-5E43-8F69-5EC295C2D24E}"/>
              </a:ext>
            </a:extLst>
          </p:cNvPr>
          <p:cNvGrpSpPr/>
          <p:nvPr/>
        </p:nvGrpSpPr>
        <p:grpSpPr>
          <a:xfrm>
            <a:off x="11324042" y="344471"/>
            <a:ext cx="502600" cy="744358"/>
            <a:chOff x="7543800" y="-161366"/>
            <a:chExt cx="590775" cy="874945"/>
          </a:xfrm>
          <a:solidFill>
            <a:schemeClr val="bg1">
              <a:lumMod val="75000"/>
            </a:schemeClr>
          </a:solidFill>
        </p:grpSpPr>
        <p:grpSp>
          <p:nvGrpSpPr>
            <p:cNvPr id="184" name="Group 183">
              <a:extLst>
                <a:ext uri="{FF2B5EF4-FFF2-40B4-BE49-F238E27FC236}">
                  <a16:creationId xmlns:a16="http://schemas.microsoft.com/office/drawing/2014/main" id="{9D5D50B1-9B6B-FB43-9DEE-9B5A889981F3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CF06C0E6-0FB7-004A-9282-BC665F2D8B8C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54F22B85-A037-9B4A-BE50-99AF373B9D4C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A33FB731-0090-5344-A8B1-B3A709D6BE55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0B82FDB2-862B-E044-8108-C2EE979FB430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D4C97EB9-CA3A-B640-BF98-EDA37C8A5848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5" name="Group 184">
              <a:extLst>
                <a:ext uri="{FF2B5EF4-FFF2-40B4-BE49-F238E27FC236}">
                  <a16:creationId xmlns:a16="http://schemas.microsoft.com/office/drawing/2014/main" id="{0A18F501-F4F8-9147-93C4-2499448761FE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93FC2E72-6B8D-CF49-9A93-B0C9B118A3A0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C1E16EBD-4226-C945-A030-67CD62545C9A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4C377E61-057B-6B44-B764-C78CC519E7CA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4BF084F4-BD6A-CE49-9EF1-98684D3F62A3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2C31C0C0-AF10-E542-9F94-D5A04482B7F9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6" name="Group 185">
              <a:extLst>
                <a:ext uri="{FF2B5EF4-FFF2-40B4-BE49-F238E27FC236}">
                  <a16:creationId xmlns:a16="http://schemas.microsoft.com/office/drawing/2014/main" id="{D2D8180B-BF1A-C04A-8F95-0B850D6C1B24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52C171AA-FC2C-644B-B7D1-06A3E09A3C2A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4BD0E2BA-621F-5148-89B3-608EE2AC4F1B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84C78E72-F5BD-654B-B9F0-CFEA93060618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E8FE091C-5432-874A-AEF4-5F99FB51FBF4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D13A50A0-7066-8746-B463-3A3C954568AC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7" name="Group 186">
              <a:extLst>
                <a:ext uri="{FF2B5EF4-FFF2-40B4-BE49-F238E27FC236}">
                  <a16:creationId xmlns:a16="http://schemas.microsoft.com/office/drawing/2014/main" id="{70DE4B30-45CF-DD42-86B7-C7AF116F5B63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6447FA1E-C914-E448-94CC-2E3A2E4D1C5D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3741B93F-B29C-E945-8FCA-429472DDF2FC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F579DA15-1124-2943-A739-DF473D014CC4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435068E5-41D0-6D43-8321-03F10D0D154F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EE81E4BB-C2B8-654B-B925-B4C7EC72469E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8" name="Group 187">
              <a:extLst>
                <a:ext uri="{FF2B5EF4-FFF2-40B4-BE49-F238E27FC236}">
                  <a16:creationId xmlns:a16="http://schemas.microsoft.com/office/drawing/2014/main" id="{C9FF203C-4926-234C-A361-F23254B39DCF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D47166F3-D0E4-514F-9C02-A020A4379C10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9F874132-C809-434F-B58A-821B6653B93F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60F5DB1F-352A-C245-AF86-23CFCFCC35A2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867BB936-A50C-1A46-8C8A-DC635AF126F7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7AA0D529-BF83-F94A-8CB8-718796546A04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9" name="Group 188">
              <a:extLst>
                <a:ext uri="{FF2B5EF4-FFF2-40B4-BE49-F238E27FC236}">
                  <a16:creationId xmlns:a16="http://schemas.microsoft.com/office/drawing/2014/main" id="{FDF7EA7F-6534-ED47-96C8-4261BD67399F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D6780DB5-179F-DC44-B186-A2C6D39DC170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63DA20D7-95BF-1B43-B33F-26887CCEA0AB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738E97A9-CCFB-464C-9F96-798A27A19DA6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9EDE2F58-ACBF-1E4B-B181-B4B7BDAC16A6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410CBAA3-301E-284C-AE23-A14ED3EE0B06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90625396-7720-D245-975E-98882A384552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D6327844-FA4B-DB47-A87D-02AD10FCFD4F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A8F92464-860D-6F43-A306-1874BB9E4E92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045542AE-65DE-0E40-A007-90312F202629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97D68CFE-76D9-4344-BEA3-BD53CF644473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06665784-33D6-AB48-AED6-762DBDF0BBC2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F6E81901-BE10-0449-B013-18FFD86E5D5A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FDBC77A3-6950-D747-80A1-573286C54351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9CD7813F-209A-4E4C-8576-D018FED1A950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704DC8F7-12F0-9A42-8F52-2E2C9D79ED0A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832C3197-3AEE-E74B-8C1F-4693CF889093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7F83B416-A97E-FF4C-B846-CBB031B63345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576F6F98-E6FE-E642-9610-7A5CAC2356AF}"/>
              </a:ext>
            </a:extLst>
          </p:cNvPr>
          <p:cNvSpPr txBox="1"/>
          <p:nvPr/>
        </p:nvSpPr>
        <p:spPr>
          <a:xfrm rot="16200000">
            <a:off x="-836795" y="2319637"/>
            <a:ext cx="2953373" cy="138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bg1"/>
                </a:solidFill>
              </a:rPr>
              <a:t>AuE8200 Project Proposal</a:t>
            </a:r>
          </a:p>
        </p:txBody>
      </p:sp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E9972E5B-E375-4626-03DE-D3707AF371E8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t="-4364" b="-4165"/>
          <a:stretch/>
        </p:blipFill>
        <p:spPr>
          <a:xfrm>
            <a:off x="1368927" y="4818447"/>
            <a:ext cx="3351213" cy="574963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F4CF0A8-10E7-3988-9C44-F164761681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028405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on th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/>
        </p:nvGrpSpPr>
        <p:grpSpPr>
          <a:xfrm>
            <a:off x="488347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/>
        </p:nvCxnSpPr>
        <p:spPr>
          <a:xfrm>
            <a:off x="576072" y="914400"/>
            <a:ext cx="0" cy="5029200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CE3AB95-4D16-4E4C-9676-FA59758CF6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621118" y="-1"/>
            <a:ext cx="4570882" cy="685799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D64A7E4-6721-2A43-8F3D-2A1DC5FAC05F}"/>
              </a:ext>
            </a:extLst>
          </p:cNvPr>
          <p:cNvSpPr txBox="1"/>
          <p:nvPr/>
        </p:nvSpPr>
        <p:spPr>
          <a:xfrm>
            <a:off x="1142999" y="601565"/>
            <a:ext cx="5427129" cy="184666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AuE8200 Project Proposal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64159A85-EC93-5D4D-82FC-24AD8E4028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914400"/>
            <a:ext cx="5741877" cy="443198"/>
          </a:xfrm>
        </p:spPr>
        <p:txBody>
          <a:bodyPr/>
          <a:lstStyle/>
          <a:p>
            <a:r>
              <a:rPr lang="en-US" dirty="0"/>
              <a:t>Click to add one-line slide title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3DF472A4-DD22-6C47-A288-347E1797915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43000" y="1502152"/>
            <a:ext cx="5741881" cy="2215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/>
            </a:lvl1pPr>
            <a:lvl2pPr indent="0">
              <a:spcAft>
                <a:spcPts val="600"/>
              </a:spcAft>
              <a:defRPr/>
            </a:lvl2pPr>
            <a:lvl3pPr indent="0">
              <a:spcAft>
                <a:spcPts val="600"/>
              </a:spcAft>
              <a:buFont typeface="System Font Regular"/>
              <a:buChar char="-"/>
              <a:defRPr/>
            </a:lvl3pPr>
          </a:lstStyle>
          <a:p>
            <a:pPr lvl="0"/>
            <a:r>
              <a:rPr lang="en-US"/>
              <a:t>Click to enter slide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CE3A00-D113-E0A1-EAAD-AED25658323D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488347" y="6071769"/>
            <a:ext cx="2235393" cy="353382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9E3165F1-0B43-D98C-522C-ADA80DFE4F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90458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on th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768788" y="914400"/>
            <a:ext cx="5741890" cy="799450"/>
          </a:xfrm>
        </p:spPr>
        <p:txBody>
          <a:bodyPr/>
          <a:lstStyle>
            <a:lvl1pPr>
              <a:lnSpc>
                <a:spcPct val="80000"/>
              </a:lnSpc>
              <a:defRPr/>
            </a:lvl1pPr>
          </a:lstStyle>
          <a:p>
            <a:r>
              <a:rPr lang="en-US"/>
              <a:t>Click to add a slide title. Can be two lines if needed.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1F258-1A68-4C4E-8346-5C0E931AB528}"/>
              </a:ext>
            </a:extLst>
          </p:cNvPr>
          <p:cNvSpPr txBox="1"/>
          <p:nvPr/>
        </p:nvSpPr>
        <p:spPr>
          <a:xfrm>
            <a:off x="5768787" y="585180"/>
            <a:ext cx="4570881" cy="184666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AuE8200 Project Proposal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/>
        </p:nvGrpSpPr>
        <p:grpSpPr>
          <a:xfrm>
            <a:off x="5114135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/>
        </p:nvCxnSpPr>
        <p:spPr>
          <a:xfrm>
            <a:off x="5201860" y="914400"/>
            <a:ext cx="0" cy="5029200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CE3AB95-4D16-4E4C-9676-FA59758CF6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-1"/>
            <a:ext cx="4570882" cy="685799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DCA9D59-E772-EB4E-ABE6-F3108BA6D1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68787" y="2000437"/>
            <a:ext cx="5741881" cy="221599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/>
            </a:lvl1pPr>
            <a:lvl2pPr indent="0">
              <a:spcAft>
                <a:spcPts val="600"/>
              </a:spcAft>
              <a:defRPr/>
            </a:lvl2pPr>
            <a:lvl3pPr indent="0">
              <a:spcAft>
                <a:spcPts val="600"/>
              </a:spcAft>
              <a:buFont typeface="System Font Regular"/>
              <a:buChar char="-"/>
              <a:defRPr/>
            </a:lvl3pPr>
          </a:lstStyle>
          <a:p>
            <a:pPr lvl="0"/>
            <a:r>
              <a:rPr lang="en-US"/>
              <a:t>Click to enter slide text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C56E66C-255F-AD9A-7D79-969A01120CB3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5118566" y="6088153"/>
            <a:ext cx="2235393" cy="3533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6695A-D1BF-335D-9EF1-64ED2798F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12543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ed Content with Horizont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C937C19-40A7-4941-A7B7-193636B91242}"/>
              </a:ext>
            </a:extLst>
          </p:cNvPr>
          <p:cNvGrpSpPr/>
          <p:nvPr/>
        </p:nvGrpSpPr>
        <p:grpSpPr>
          <a:xfrm>
            <a:off x="8040556" y="5630732"/>
            <a:ext cx="3910389" cy="288432"/>
            <a:chOff x="7584141" y="1424618"/>
            <a:chExt cx="3910389" cy="28843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95EF06-2B98-EA40-9019-2F4D162B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414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183929-8787-BC4E-8C9C-DBB8276B3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410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AC3E16-44E6-4F47-8EB0-2155EFC5D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679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325CAC-3EBC-3446-AD4E-8C2B21A9E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194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081357C-2AB3-5C43-85B9-DA4A8AE90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1217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BD36AFE-E88F-AD45-85FB-6B5DCD278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0486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DBD0829-F10F-B844-B22C-E3F1EAD61A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755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4C85DB-253B-8946-88C0-B7331EABF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024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ABB5419-F09D-434D-943C-0DE0034C0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8293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EB7D54-4AF8-6F4B-B573-6A4608E69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7562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3DE085B-472B-7C4F-88F7-EFCED6A04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83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7A3916C-6389-1642-9CA5-0BE7644E50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609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FEA01D7-B404-904A-96AB-35CC4DF9FF23}"/>
              </a:ext>
            </a:extLst>
          </p:cNvPr>
          <p:cNvGrpSpPr/>
          <p:nvPr/>
        </p:nvGrpSpPr>
        <p:grpSpPr>
          <a:xfrm>
            <a:off x="401059" y="399023"/>
            <a:ext cx="274320" cy="212725"/>
            <a:chOff x="11343190" y="687636"/>
            <a:chExt cx="274320" cy="212725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5158E5-473B-6748-867B-510B22C34E5A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0014D27-F161-A445-B952-160EF4D746ED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9FEAE8E-A6C4-034D-8A1E-9CF18904A23D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F14729-8C34-AF40-9580-0066A5A12A2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1B8E7794-72D8-3143-BE21-F0E03CCE1A96}"/>
              </a:ext>
            </a:extLst>
          </p:cNvPr>
          <p:cNvSpPr/>
          <p:nvPr/>
        </p:nvSpPr>
        <p:spPr>
          <a:xfrm>
            <a:off x="0" y="4861932"/>
            <a:ext cx="579863" cy="1996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LT Std" pitchFamily="2" charset="0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5843A35-E997-2849-9ADF-E62F84C88443}"/>
              </a:ext>
            </a:extLst>
          </p:cNvPr>
          <p:cNvGrpSpPr/>
          <p:nvPr/>
        </p:nvGrpSpPr>
        <p:grpSpPr>
          <a:xfrm>
            <a:off x="4766668" y="5533507"/>
            <a:ext cx="502600" cy="744358"/>
            <a:chOff x="7543800" y="-161366"/>
            <a:chExt cx="590775" cy="874945"/>
          </a:xfrm>
          <a:solidFill>
            <a:schemeClr val="accent1"/>
          </a:solidFill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D7467D-A401-7948-9405-D8DF370C99F9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294C53F2-5FC4-2045-81EE-E5D1B1FCDFDC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609C2E7C-6EA0-5A43-A50B-012653894CFD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59FF796-E951-014A-93DA-249A34BCC6C3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9F8C600-C2D9-3C42-8BBF-A8D8F9C386E8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6F999D5-0ED8-3D4D-B381-B37D252951E9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DDAB66F-4A22-3F4C-95A7-CFE12BA94972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80AB062-7DE0-0445-A537-9CAF21B803D3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54B8CC9-8D60-0847-9839-0881E8321D83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47DBE0A4-89CA-3248-A36C-20B54D2AEC90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9CF07194-C2A2-134F-8164-13AA0EC58976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9C688A4-2395-7248-89EF-CB958D939986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362F58D-B0B4-2941-8C9C-73858832E2BD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B0A3173-CBD7-C543-BCB3-3D7B175BF0D1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270BE89-86B2-0C44-BFBF-E949724C76F5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B0DBAAD5-0709-0249-AFE5-B51C1657F120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CED9AD7-8475-FF4E-83E0-447F5BFE04EC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95308FC-9CD4-D84C-A31C-C90C9C0598CF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9B9A97B-CF49-5D4C-945C-EFC829AF774E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60AB1B0-C228-C841-BB3C-5D94CC192204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CFFC430E-3504-DE4E-A27F-14AD0F843BED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08D0CA93-8B91-EA48-9056-E6416966DF49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DD92517-6812-5149-92CF-50FCBD8A4701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3B07E2EB-0D93-D14F-949B-7079E6A3BF89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8F9E4E0-1FAD-7047-B470-3411288B1768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D6521BF-1EDD-C041-BD26-356D0CF00950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B20D3A0-035A-124F-BF7E-9A4A631A2839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6EC0028-8852-614C-A343-C8946CC464CC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FF36CF9-7A74-3247-A88C-3A9DE3D92C83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B0927AF-DFD7-814F-8BD8-B9AC4554EBA6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833CFF8-004C-5A45-93AE-F1B04D35CFEE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3FBD0E7-31A0-F94A-BD70-EBF27530379E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8E8659-FD62-734C-BAE4-77F5877C8AAB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EB55D90-3D86-974E-B5BE-1EF1542D5823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A2F6D66-F094-5941-BBC4-DFF532EA8A01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90B44F1-1E8C-2B4E-A240-6FD37C76051F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A77F22-CD46-2242-A891-03E53836616E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130E007-CA66-D641-82BF-0E7F3AED0738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67D476D-5953-CD4B-88E4-15D729FF19B0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75BE9D-7E96-854D-A01D-AE21601033E9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64E24A2-C705-6D42-83FE-170C07AC936B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9E99AB5-FA5F-BC40-9EE2-4700BCEDFA37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E7BFB8A-7AA7-B048-8829-1AB01E305AF0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159488D-2C14-4C46-AAFA-07834965055F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5CC224E-6F7F-8741-8D82-5728A5B414C9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18A8A83-0307-2B47-9FC8-157B5CD3C696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83E58EC-55E2-434B-B722-5DBE8A13F37C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B6F27C-DA8B-1043-8A3A-33E5826F3060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4" name="Title 1">
            <a:extLst>
              <a:ext uri="{FF2B5EF4-FFF2-40B4-BE49-F238E27FC236}">
                <a16:creationId xmlns:a16="http://schemas.microsoft.com/office/drawing/2014/main" id="{6427E4E8-5D51-204C-849F-C9236A62C2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1640898"/>
          </a:xfrm>
        </p:spPr>
        <p:txBody>
          <a:bodyPr anchor="t"/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This slide is used to highlight some form of content 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1E887DE2-31FB-5E44-AC0C-85A687E031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8425" y="3291944"/>
            <a:ext cx="4386263" cy="664797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Add a sentence of descriptive text if needed.</a:t>
            </a:r>
          </a:p>
        </p:txBody>
      </p:sp>
      <p:sp>
        <p:nvSpPr>
          <p:cNvPr id="87" name="Picture Placeholder 4">
            <a:extLst>
              <a:ext uri="{FF2B5EF4-FFF2-40B4-BE49-F238E27FC236}">
                <a16:creationId xmlns:a16="http://schemas.microsoft.com/office/drawing/2014/main" id="{53C12934-8489-ED47-9677-0D9506BDC2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575344" y="1371601"/>
            <a:ext cx="5629077" cy="3697940"/>
          </a:xfrm>
        </p:spPr>
        <p:txBody>
          <a:bodyPr anchor="ctr"/>
          <a:lstStyle>
            <a:lvl1pPr algn="ctr">
              <a:buNone/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Main Slide Deck Photo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D3EF107-8AE8-8442-810E-58D020DFC7E4}"/>
              </a:ext>
            </a:extLst>
          </p:cNvPr>
          <p:cNvSpPr txBox="1"/>
          <p:nvPr/>
        </p:nvSpPr>
        <p:spPr>
          <a:xfrm rot="16200000">
            <a:off x="-966073" y="3123149"/>
            <a:ext cx="2953373" cy="138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Final Project Presentation</a:t>
            </a:r>
          </a:p>
          <a:p>
            <a:pPr algn="l"/>
            <a:endParaRPr lang="en-US" sz="900" kern="800" spc="200" baseline="0" dirty="0">
              <a:solidFill>
                <a:schemeClr val="accent1"/>
              </a:solidFill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815E3A3-B1C0-CBBA-68D8-11BF9ECB44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106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20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ed Content with Vertica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C937C19-40A7-4941-A7B7-193636B91242}"/>
              </a:ext>
            </a:extLst>
          </p:cNvPr>
          <p:cNvGrpSpPr/>
          <p:nvPr/>
        </p:nvGrpSpPr>
        <p:grpSpPr>
          <a:xfrm>
            <a:off x="8040556" y="1371600"/>
            <a:ext cx="3910389" cy="288432"/>
            <a:chOff x="7584141" y="1424618"/>
            <a:chExt cx="3910389" cy="288432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3895EF06-2B98-EA40-9019-2F4D162B19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414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C183929-8787-BC4E-8C9C-DBB8276B38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3410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4AC3E16-44E6-4F47-8EB0-2155EFC5DE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2679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9325CAC-3EBC-3446-AD4E-8C2B21A9EF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194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081357C-2AB3-5C43-85B9-DA4A8AE901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1217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BD36AFE-E88F-AD45-85FB-6B5DCD2786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0486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DBD0829-F10F-B844-B22C-E3F1EAD61A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59755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E4C85DB-253B-8946-88C0-B7331EABFA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889024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ABB5419-F09D-434D-943C-0DE0034C05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18293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5EB7D54-4AF8-6F4B-B573-6A4608E69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47562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73DE085B-472B-7C4F-88F7-EFCED6A04B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76831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7A3916C-6389-1642-9CA5-0BE7644E50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206098" y="1424618"/>
              <a:ext cx="288432" cy="288432"/>
            </a:xfrm>
            <a:prstGeom prst="line">
              <a:avLst/>
            </a:prstGeom>
            <a:ln w="101600" cap="rnd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FEA01D7-B404-904A-96AB-35CC4DF9FF23}"/>
              </a:ext>
            </a:extLst>
          </p:cNvPr>
          <p:cNvGrpSpPr/>
          <p:nvPr/>
        </p:nvGrpSpPr>
        <p:grpSpPr>
          <a:xfrm>
            <a:off x="401059" y="399023"/>
            <a:ext cx="274320" cy="212725"/>
            <a:chOff x="11343190" y="687636"/>
            <a:chExt cx="274320" cy="212725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05158E5-473B-6748-867B-510B22C34E5A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0014D27-F161-A445-B952-160EF4D746ED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9FEAE8E-A6C4-034D-8A1E-9CF18904A23D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F14729-8C34-AF40-9580-0066A5A12A2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Rectangle 33">
            <a:extLst>
              <a:ext uri="{FF2B5EF4-FFF2-40B4-BE49-F238E27FC236}">
                <a16:creationId xmlns:a16="http://schemas.microsoft.com/office/drawing/2014/main" id="{1B8E7794-72D8-3143-BE21-F0E03CCE1A96}"/>
              </a:ext>
            </a:extLst>
          </p:cNvPr>
          <p:cNvSpPr/>
          <p:nvPr/>
        </p:nvSpPr>
        <p:spPr>
          <a:xfrm>
            <a:off x="0" y="4861932"/>
            <a:ext cx="579863" cy="1996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rade Gothic LT Std" pitchFamily="2" charset="0"/>
              <a:ea typeface="+mn-ea"/>
              <a:cs typeface="+mn-cs"/>
            </a:endParaRP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5843A35-E997-2849-9ADF-E62F84C88443}"/>
              </a:ext>
            </a:extLst>
          </p:cNvPr>
          <p:cNvGrpSpPr/>
          <p:nvPr/>
        </p:nvGrpSpPr>
        <p:grpSpPr>
          <a:xfrm>
            <a:off x="6092573" y="5533507"/>
            <a:ext cx="502600" cy="744358"/>
            <a:chOff x="7543800" y="-161366"/>
            <a:chExt cx="590775" cy="874945"/>
          </a:xfrm>
          <a:solidFill>
            <a:schemeClr val="accent1"/>
          </a:solidFill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DCD7467D-A401-7948-9405-D8DF370C99F9}"/>
                </a:ext>
              </a:extLst>
            </p:cNvPr>
            <p:cNvGrpSpPr/>
            <p:nvPr/>
          </p:nvGrpSpPr>
          <p:grpSpPr>
            <a:xfrm>
              <a:off x="7543800" y="-161366"/>
              <a:ext cx="590775" cy="67236"/>
              <a:chOff x="7543800" y="-161366"/>
              <a:chExt cx="590775" cy="67236"/>
            </a:xfrm>
            <a:grpFill/>
          </p:grpSpPr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294C53F2-5FC4-2045-81EE-E5D1B1FCDFDC}"/>
                  </a:ext>
                </a:extLst>
              </p:cNvPr>
              <p:cNvSpPr/>
              <p:nvPr/>
            </p:nvSpPr>
            <p:spPr>
              <a:xfrm>
                <a:off x="754380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609C2E7C-6EA0-5A43-A50B-012653894CFD}"/>
                  </a:ext>
                </a:extLst>
              </p:cNvPr>
              <p:cNvSpPr/>
              <p:nvPr/>
            </p:nvSpPr>
            <p:spPr>
              <a:xfrm>
                <a:off x="767468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459FF796-E951-014A-93DA-249A34BCC6C3}"/>
                  </a:ext>
                </a:extLst>
              </p:cNvPr>
              <p:cNvSpPr/>
              <p:nvPr/>
            </p:nvSpPr>
            <p:spPr>
              <a:xfrm>
                <a:off x="7805570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9F8C600-C2D9-3C42-8BBF-A8D8F9C386E8}"/>
                  </a:ext>
                </a:extLst>
              </p:cNvPr>
              <p:cNvSpPr/>
              <p:nvPr/>
            </p:nvSpPr>
            <p:spPr>
              <a:xfrm>
                <a:off x="7936455" y="-16136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6F999D5-0ED8-3D4D-B381-B37D252951E9}"/>
                  </a:ext>
                </a:extLst>
              </p:cNvPr>
              <p:cNvSpPr/>
              <p:nvPr/>
            </p:nvSpPr>
            <p:spPr>
              <a:xfrm>
                <a:off x="8067340" y="-16136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9DDAB66F-4A22-3F4C-95A7-CFE12BA94972}"/>
                </a:ext>
              </a:extLst>
            </p:cNvPr>
            <p:cNvGrpSpPr/>
            <p:nvPr/>
          </p:nvGrpSpPr>
          <p:grpSpPr>
            <a:xfrm>
              <a:off x="7543800" y="-45979"/>
              <a:ext cx="590775" cy="67236"/>
              <a:chOff x="7543800" y="-44377"/>
              <a:chExt cx="590775" cy="67236"/>
            </a:xfrm>
            <a:grpFill/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880AB062-7DE0-0445-A537-9CAF21B803D3}"/>
                  </a:ext>
                </a:extLst>
              </p:cNvPr>
              <p:cNvSpPr/>
              <p:nvPr/>
            </p:nvSpPr>
            <p:spPr>
              <a:xfrm>
                <a:off x="754380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954B8CC9-8D60-0847-9839-0881E8321D83}"/>
                  </a:ext>
                </a:extLst>
              </p:cNvPr>
              <p:cNvSpPr/>
              <p:nvPr/>
            </p:nvSpPr>
            <p:spPr>
              <a:xfrm>
                <a:off x="767468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47DBE0A4-89CA-3248-A36C-20B54D2AEC90}"/>
                  </a:ext>
                </a:extLst>
              </p:cNvPr>
              <p:cNvSpPr/>
              <p:nvPr/>
            </p:nvSpPr>
            <p:spPr>
              <a:xfrm>
                <a:off x="7805570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9CF07194-C2A2-134F-8164-13AA0EC58976}"/>
                  </a:ext>
                </a:extLst>
              </p:cNvPr>
              <p:cNvSpPr/>
              <p:nvPr/>
            </p:nvSpPr>
            <p:spPr>
              <a:xfrm>
                <a:off x="7936455" y="-4437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B9C688A4-2395-7248-89EF-CB958D939986}"/>
                  </a:ext>
                </a:extLst>
              </p:cNvPr>
              <p:cNvSpPr/>
              <p:nvPr/>
            </p:nvSpPr>
            <p:spPr>
              <a:xfrm>
                <a:off x="8067340" y="-4437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362F58D-B0B4-2941-8C9C-73858832E2BD}"/>
                </a:ext>
              </a:extLst>
            </p:cNvPr>
            <p:cNvGrpSpPr/>
            <p:nvPr/>
          </p:nvGrpSpPr>
          <p:grpSpPr>
            <a:xfrm>
              <a:off x="7543800" y="69408"/>
              <a:ext cx="590775" cy="67236"/>
              <a:chOff x="7543800" y="72612"/>
              <a:chExt cx="590775" cy="67236"/>
            </a:xfrm>
            <a:grpFill/>
          </p:grpSpPr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0B0A3173-CBD7-C543-BCB3-3D7B175BF0D1}"/>
                  </a:ext>
                </a:extLst>
              </p:cNvPr>
              <p:cNvSpPr/>
              <p:nvPr/>
            </p:nvSpPr>
            <p:spPr>
              <a:xfrm>
                <a:off x="754380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C270BE89-86B2-0C44-BFBF-E949724C76F5}"/>
                  </a:ext>
                </a:extLst>
              </p:cNvPr>
              <p:cNvSpPr/>
              <p:nvPr/>
            </p:nvSpPr>
            <p:spPr>
              <a:xfrm>
                <a:off x="767468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B0DBAAD5-0709-0249-AFE5-B51C1657F120}"/>
                  </a:ext>
                </a:extLst>
              </p:cNvPr>
              <p:cNvSpPr/>
              <p:nvPr/>
            </p:nvSpPr>
            <p:spPr>
              <a:xfrm>
                <a:off x="7805570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2CED9AD7-8475-FF4E-83E0-447F5BFE04EC}"/>
                  </a:ext>
                </a:extLst>
              </p:cNvPr>
              <p:cNvSpPr/>
              <p:nvPr/>
            </p:nvSpPr>
            <p:spPr>
              <a:xfrm>
                <a:off x="7936455" y="7261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695308FC-9CD4-D84C-A31C-C90C9C0598CF}"/>
                  </a:ext>
                </a:extLst>
              </p:cNvPr>
              <p:cNvSpPr/>
              <p:nvPr/>
            </p:nvSpPr>
            <p:spPr>
              <a:xfrm>
                <a:off x="8067340" y="7261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9B9A97B-CF49-5D4C-945C-EFC829AF774E}"/>
                </a:ext>
              </a:extLst>
            </p:cNvPr>
            <p:cNvGrpSpPr/>
            <p:nvPr/>
          </p:nvGrpSpPr>
          <p:grpSpPr>
            <a:xfrm>
              <a:off x="7543800" y="184795"/>
              <a:ext cx="590775" cy="67236"/>
              <a:chOff x="7543800" y="187359"/>
              <a:chExt cx="590775" cy="67236"/>
            </a:xfrm>
            <a:grpFill/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E60AB1B0-C228-C841-BB3C-5D94CC192204}"/>
                  </a:ext>
                </a:extLst>
              </p:cNvPr>
              <p:cNvSpPr/>
              <p:nvPr/>
            </p:nvSpPr>
            <p:spPr>
              <a:xfrm>
                <a:off x="754380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CFFC430E-3504-DE4E-A27F-14AD0F843BED}"/>
                  </a:ext>
                </a:extLst>
              </p:cNvPr>
              <p:cNvSpPr/>
              <p:nvPr/>
            </p:nvSpPr>
            <p:spPr>
              <a:xfrm>
                <a:off x="767468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08D0CA93-8B91-EA48-9056-E6416966DF49}"/>
                  </a:ext>
                </a:extLst>
              </p:cNvPr>
              <p:cNvSpPr/>
              <p:nvPr/>
            </p:nvSpPr>
            <p:spPr>
              <a:xfrm>
                <a:off x="7805570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DD92517-6812-5149-92CF-50FCBD8A4701}"/>
                  </a:ext>
                </a:extLst>
              </p:cNvPr>
              <p:cNvSpPr/>
              <p:nvPr/>
            </p:nvSpPr>
            <p:spPr>
              <a:xfrm>
                <a:off x="7936455" y="187360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3B07E2EB-0D93-D14F-949B-7079E6A3BF89}"/>
                  </a:ext>
                </a:extLst>
              </p:cNvPr>
              <p:cNvSpPr/>
              <p:nvPr/>
            </p:nvSpPr>
            <p:spPr>
              <a:xfrm>
                <a:off x="8067340" y="187359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8F9E4E0-1FAD-7047-B470-3411288B1768}"/>
                </a:ext>
              </a:extLst>
            </p:cNvPr>
            <p:cNvGrpSpPr/>
            <p:nvPr/>
          </p:nvGrpSpPr>
          <p:grpSpPr>
            <a:xfrm>
              <a:off x="7543800" y="300182"/>
              <a:ext cx="590775" cy="67236"/>
              <a:chOff x="7543800" y="302105"/>
              <a:chExt cx="590775" cy="67236"/>
            </a:xfrm>
            <a:grpFill/>
          </p:grpSpPr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0D6521BF-1EDD-C041-BD26-356D0CF00950}"/>
                  </a:ext>
                </a:extLst>
              </p:cNvPr>
              <p:cNvSpPr/>
              <p:nvPr/>
            </p:nvSpPr>
            <p:spPr>
              <a:xfrm>
                <a:off x="754380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B20D3A0-035A-124F-BF7E-9A4A631A2839}"/>
                  </a:ext>
                </a:extLst>
              </p:cNvPr>
              <p:cNvSpPr/>
              <p:nvPr/>
            </p:nvSpPr>
            <p:spPr>
              <a:xfrm>
                <a:off x="767468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E6EC0028-8852-614C-A343-C8946CC464CC}"/>
                  </a:ext>
                </a:extLst>
              </p:cNvPr>
              <p:cNvSpPr/>
              <p:nvPr/>
            </p:nvSpPr>
            <p:spPr>
              <a:xfrm>
                <a:off x="7805570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0FF36CF9-7A74-3247-A88C-3A9DE3D92C83}"/>
                  </a:ext>
                </a:extLst>
              </p:cNvPr>
              <p:cNvSpPr/>
              <p:nvPr/>
            </p:nvSpPr>
            <p:spPr>
              <a:xfrm>
                <a:off x="7936455" y="302106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6B0927AF-DFD7-814F-8BD8-B9AC4554EBA6}"/>
                  </a:ext>
                </a:extLst>
              </p:cNvPr>
              <p:cNvSpPr/>
              <p:nvPr/>
            </p:nvSpPr>
            <p:spPr>
              <a:xfrm>
                <a:off x="8067340" y="302105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A833CFF8-004C-5A45-93AE-F1B04D35CFEE}"/>
                </a:ext>
              </a:extLst>
            </p:cNvPr>
            <p:cNvGrpSpPr/>
            <p:nvPr/>
          </p:nvGrpSpPr>
          <p:grpSpPr>
            <a:xfrm>
              <a:off x="7543800" y="415569"/>
              <a:ext cx="590775" cy="67236"/>
              <a:chOff x="7543800" y="416851"/>
              <a:chExt cx="590775" cy="67236"/>
            </a:xfrm>
            <a:grpFill/>
          </p:grpSpPr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D3FBD0E7-31A0-F94A-BD70-EBF27530379E}"/>
                  </a:ext>
                </a:extLst>
              </p:cNvPr>
              <p:cNvSpPr/>
              <p:nvPr/>
            </p:nvSpPr>
            <p:spPr>
              <a:xfrm>
                <a:off x="754380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828E8659-FD62-734C-BAE4-77F5877C8AAB}"/>
                  </a:ext>
                </a:extLst>
              </p:cNvPr>
              <p:cNvSpPr/>
              <p:nvPr/>
            </p:nvSpPr>
            <p:spPr>
              <a:xfrm>
                <a:off x="767468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6EB55D90-3D86-974E-B5BE-1EF1542D5823}"/>
                  </a:ext>
                </a:extLst>
              </p:cNvPr>
              <p:cNvSpPr/>
              <p:nvPr/>
            </p:nvSpPr>
            <p:spPr>
              <a:xfrm>
                <a:off x="7805570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DA2F6D66-F094-5941-BBC4-DFF532EA8A01}"/>
                  </a:ext>
                </a:extLst>
              </p:cNvPr>
              <p:cNvSpPr/>
              <p:nvPr/>
            </p:nvSpPr>
            <p:spPr>
              <a:xfrm>
                <a:off x="7936455" y="416852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190B44F1-1E8C-2B4E-A240-6FD37C76051F}"/>
                  </a:ext>
                </a:extLst>
              </p:cNvPr>
              <p:cNvSpPr/>
              <p:nvPr/>
            </p:nvSpPr>
            <p:spPr>
              <a:xfrm>
                <a:off x="8067340" y="416851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81A77F22-CD46-2242-A891-03E53836616E}"/>
                </a:ext>
              </a:extLst>
            </p:cNvPr>
            <p:cNvGrpSpPr/>
            <p:nvPr/>
          </p:nvGrpSpPr>
          <p:grpSpPr>
            <a:xfrm>
              <a:off x="7543800" y="530956"/>
              <a:ext cx="590775" cy="67236"/>
              <a:chOff x="7543800" y="531597"/>
              <a:chExt cx="590775" cy="67236"/>
            </a:xfrm>
            <a:grpFill/>
          </p:grpSpPr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8130E007-CA66-D641-82BF-0E7F3AED0738}"/>
                  </a:ext>
                </a:extLst>
              </p:cNvPr>
              <p:cNvSpPr/>
              <p:nvPr/>
            </p:nvSpPr>
            <p:spPr>
              <a:xfrm>
                <a:off x="754380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367D476D-5953-CD4B-88E4-15D729FF19B0}"/>
                  </a:ext>
                </a:extLst>
              </p:cNvPr>
              <p:cNvSpPr/>
              <p:nvPr/>
            </p:nvSpPr>
            <p:spPr>
              <a:xfrm>
                <a:off x="767468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AC75BE9D-7E96-854D-A01D-AE21601033E9}"/>
                  </a:ext>
                </a:extLst>
              </p:cNvPr>
              <p:cNvSpPr/>
              <p:nvPr/>
            </p:nvSpPr>
            <p:spPr>
              <a:xfrm>
                <a:off x="7805570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E64E24A2-C705-6D42-83FE-170C07AC936B}"/>
                  </a:ext>
                </a:extLst>
              </p:cNvPr>
              <p:cNvSpPr/>
              <p:nvPr/>
            </p:nvSpPr>
            <p:spPr>
              <a:xfrm>
                <a:off x="7936455" y="531598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9E99AB5-FA5F-BC40-9EE2-4700BCEDFA37}"/>
                  </a:ext>
                </a:extLst>
              </p:cNvPr>
              <p:cNvSpPr/>
              <p:nvPr/>
            </p:nvSpPr>
            <p:spPr>
              <a:xfrm>
                <a:off x="8067340" y="531597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E7BFB8A-7AA7-B048-8829-1AB01E305AF0}"/>
                </a:ext>
              </a:extLst>
            </p:cNvPr>
            <p:cNvGrpSpPr/>
            <p:nvPr/>
          </p:nvGrpSpPr>
          <p:grpSpPr>
            <a:xfrm>
              <a:off x="7543800" y="646343"/>
              <a:ext cx="590775" cy="67236"/>
              <a:chOff x="7543800" y="646343"/>
              <a:chExt cx="590775" cy="67236"/>
            </a:xfrm>
            <a:grpFill/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C159488D-2C14-4C46-AAFA-07834965055F}"/>
                  </a:ext>
                </a:extLst>
              </p:cNvPr>
              <p:cNvSpPr/>
              <p:nvPr/>
            </p:nvSpPr>
            <p:spPr>
              <a:xfrm>
                <a:off x="754380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5CC224E-6F7F-8741-8D82-5728A5B414C9}"/>
                  </a:ext>
                </a:extLst>
              </p:cNvPr>
              <p:cNvSpPr/>
              <p:nvPr/>
            </p:nvSpPr>
            <p:spPr>
              <a:xfrm>
                <a:off x="767468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118A8A83-0307-2B47-9FC8-157B5CD3C696}"/>
                  </a:ext>
                </a:extLst>
              </p:cNvPr>
              <p:cNvSpPr/>
              <p:nvPr/>
            </p:nvSpPr>
            <p:spPr>
              <a:xfrm>
                <a:off x="7805570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683E58EC-55E2-434B-B722-5DBE8A13F37C}"/>
                  </a:ext>
                </a:extLst>
              </p:cNvPr>
              <p:cNvSpPr/>
              <p:nvPr/>
            </p:nvSpPr>
            <p:spPr>
              <a:xfrm>
                <a:off x="7936455" y="646344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B6F27C-DA8B-1043-8A3A-33E5826F3060}"/>
                  </a:ext>
                </a:extLst>
              </p:cNvPr>
              <p:cNvSpPr/>
              <p:nvPr/>
            </p:nvSpPr>
            <p:spPr>
              <a:xfrm>
                <a:off x="8067340" y="646343"/>
                <a:ext cx="67235" cy="6723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84" name="Title 1">
            <a:extLst>
              <a:ext uri="{FF2B5EF4-FFF2-40B4-BE49-F238E27FC236}">
                <a16:creationId xmlns:a16="http://schemas.microsoft.com/office/drawing/2014/main" id="{6427E4E8-5D51-204C-849F-C9236A62C23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68927" y="1371600"/>
            <a:ext cx="4615014" cy="1640898"/>
          </a:xfrm>
        </p:spPr>
        <p:txBody>
          <a:bodyPr anchor="t"/>
          <a:lstStyle>
            <a:lvl1pPr algn="l">
              <a:lnSpc>
                <a:spcPct val="80000"/>
              </a:lnSpc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This slide is used to highlight some form of content </a:t>
            </a:r>
          </a:p>
        </p:txBody>
      </p:sp>
      <p:sp>
        <p:nvSpPr>
          <p:cNvPr id="85" name="Picture Placeholder 4">
            <a:extLst>
              <a:ext uri="{FF2B5EF4-FFF2-40B4-BE49-F238E27FC236}">
                <a16:creationId xmlns:a16="http://schemas.microsoft.com/office/drawing/2014/main" id="{848A26CC-5521-DD47-862F-3B77250C5ED6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33057" y="469931"/>
            <a:ext cx="4257670" cy="6388059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Insert Image</a:t>
            </a:r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1E887DE2-31FB-5E44-AC0C-85A687E031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68425" y="3291944"/>
            <a:ext cx="4386263" cy="664797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4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Add a sentence of descriptive text if needed.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0AD913-FAAC-E84F-88B3-64FD916E2AC3}"/>
              </a:ext>
            </a:extLst>
          </p:cNvPr>
          <p:cNvSpPr txBox="1"/>
          <p:nvPr/>
        </p:nvSpPr>
        <p:spPr>
          <a:xfrm rot="16200000">
            <a:off x="-966073" y="3123149"/>
            <a:ext cx="2953373" cy="1384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AuE8200 Project Proposal</a:t>
            </a:r>
          </a:p>
        </p:txBody>
      </p:sp>
      <p:pic>
        <p:nvPicPr>
          <p:cNvPr id="2" name="Picture Placeholder 7">
            <a:extLst>
              <a:ext uri="{FF2B5EF4-FFF2-40B4-BE49-F238E27FC236}">
                <a16:creationId xmlns:a16="http://schemas.microsoft.com/office/drawing/2014/main" id="{18A2BA1D-BB63-ACE7-A4B4-2783509BE935}"/>
              </a:ext>
            </a:extLst>
          </p:cNvPr>
          <p:cNvPicPr>
            <a:picLocks noChangeAspect="1"/>
          </p:cNvPicPr>
          <p:nvPr userDrawn="1"/>
        </p:nvPicPr>
        <p:blipFill rotWithShape="1">
          <a:blip/>
          <a:srcRect t="-4364" b="-4165"/>
          <a:stretch/>
        </p:blipFill>
        <p:spPr>
          <a:xfrm>
            <a:off x="1238368" y="5765451"/>
            <a:ext cx="3351213" cy="574963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6385A5D-F3AC-8D28-77CB-2B0A34BAD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99554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20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71F258-1A68-4C4E-8346-5C0E931AB528}"/>
              </a:ext>
            </a:extLst>
          </p:cNvPr>
          <p:cNvSpPr txBox="1"/>
          <p:nvPr/>
        </p:nvSpPr>
        <p:spPr>
          <a:xfrm>
            <a:off x="1143000" y="585180"/>
            <a:ext cx="4683642" cy="184666"/>
          </a:xfrm>
          <a:prstGeom prst="rect">
            <a:avLst/>
          </a:prstGeom>
          <a:noFill/>
        </p:spPr>
        <p:txBody>
          <a:bodyPr wrap="square" lIns="0" rIns="0" bIns="0" rtlCol="0" anchor="ctr">
            <a:noAutofit/>
          </a:bodyPr>
          <a:lstStyle/>
          <a:p>
            <a:pPr algn="l"/>
            <a:r>
              <a:rPr lang="en-US" sz="900" kern="800" spc="200" baseline="0" dirty="0">
                <a:solidFill>
                  <a:schemeClr val="accent1"/>
                </a:solidFill>
              </a:rPr>
              <a:t>AuE8200 Project Proposal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CF1D458-D634-BC49-B5AD-B81F54D6E388}"/>
              </a:ext>
            </a:extLst>
          </p:cNvPr>
          <p:cNvGrpSpPr/>
          <p:nvPr/>
        </p:nvGrpSpPr>
        <p:grpSpPr>
          <a:xfrm>
            <a:off x="488347" y="633791"/>
            <a:ext cx="175450" cy="136055"/>
            <a:chOff x="11343190" y="687636"/>
            <a:chExt cx="274320" cy="212725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398ECBF-783D-124F-A764-236EEB0DC6A0}"/>
                </a:ext>
              </a:extLst>
            </p:cNvPr>
            <p:cNvCxnSpPr/>
            <p:nvPr/>
          </p:nvCxnSpPr>
          <p:spPr>
            <a:xfrm>
              <a:off x="11343190" y="687636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4725DF0-2BCF-8249-AAC5-78F7F594315F}"/>
                </a:ext>
              </a:extLst>
            </p:cNvPr>
            <p:cNvCxnSpPr/>
            <p:nvPr/>
          </p:nvCxnSpPr>
          <p:spPr>
            <a:xfrm>
              <a:off x="11343190" y="758544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89B61B6-9BDB-FB44-B378-F96AFB860B19}"/>
                </a:ext>
              </a:extLst>
            </p:cNvPr>
            <p:cNvCxnSpPr/>
            <p:nvPr/>
          </p:nvCxnSpPr>
          <p:spPr>
            <a:xfrm>
              <a:off x="11343190" y="829452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56B7EE8-1931-C649-B12A-9B07F0D0D258}"/>
                </a:ext>
              </a:extLst>
            </p:cNvPr>
            <p:cNvCxnSpPr/>
            <p:nvPr/>
          </p:nvCxnSpPr>
          <p:spPr>
            <a:xfrm>
              <a:off x="11343190" y="900361"/>
              <a:ext cx="274320" cy="0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C67885-D7EC-F54D-9FA7-B74104BB22BA}"/>
              </a:ext>
            </a:extLst>
          </p:cNvPr>
          <p:cNvCxnSpPr>
            <a:cxnSpLocks/>
          </p:cNvCxnSpPr>
          <p:nvPr/>
        </p:nvCxnSpPr>
        <p:spPr>
          <a:xfrm>
            <a:off x="576072" y="914400"/>
            <a:ext cx="0" cy="5029200"/>
          </a:xfrm>
          <a:prstGeom prst="line">
            <a:avLst/>
          </a:prstGeom>
          <a:ln w="127000">
            <a:gradFill>
              <a:gsLst>
                <a:gs pos="0">
                  <a:schemeClr val="accent2"/>
                </a:gs>
                <a:gs pos="100000">
                  <a:schemeClr val="accent2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486BE32-D590-3242-B4C4-A6516619FF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3000" y="4197583"/>
            <a:ext cx="3441700" cy="1746017"/>
          </a:xfrm>
          <a:solidFill>
            <a:schemeClr val="accent1"/>
          </a:solidFill>
        </p:spPr>
        <p:txBody>
          <a:bodyPr lIns="182880" tIns="182880" rIns="182880" bIns="182880"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426F026-DBC2-9949-90BC-0C92D5573AF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79950" y="4197583"/>
            <a:ext cx="3441700" cy="1746017"/>
          </a:xfrm>
          <a:solidFill>
            <a:schemeClr val="accent1">
              <a:lumMod val="75000"/>
            </a:schemeClr>
          </a:solidFill>
        </p:spPr>
        <p:txBody>
          <a:bodyPr lIns="182880" tIns="182880" rIns="182880" bIns="182880"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C062984B-9ED1-3A46-8503-74132E81CA7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16900" y="4197582"/>
            <a:ext cx="3441700" cy="1746017"/>
          </a:xfrm>
          <a:solidFill>
            <a:schemeClr val="accent1">
              <a:lumMod val="50000"/>
            </a:schemeClr>
          </a:solidFill>
        </p:spPr>
        <p:txBody>
          <a:bodyPr lIns="182880" tIns="182880" rIns="182880" bIns="182880" anchor="ctr">
            <a:noAutofit/>
          </a:bodyPr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E1ED4185-8286-4D41-8494-C7D287B022F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43000" y="1502154"/>
            <a:ext cx="3441700" cy="269543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48B7F9AA-734B-ED43-8307-D6087385EB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79950" y="1502153"/>
            <a:ext cx="3441700" cy="269543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A5457519-2E4B-294B-8BAA-F05DD257942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16900" y="1502152"/>
            <a:ext cx="3441700" cy="2695431"/>
          </a:xfrm>
        </p:spPr>
        <p:txBody>
          <a:bodyPr anchor="ctr"/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231C44B8-32F8-184E-AFD1-144543000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914400"/>
            <a:ext cx="10515600" cy="443198"/>
          </a:xfrm>
        </p:spPr>
        <p:txBody>
          <a:bodyPr/>
          <a:lstStyle/>
          <a:p>
            <a:r>
              <a:rPr lang="en-US"/>
              <a:t>Click to add one-line 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5D3404-EDAA-1722-1C41-73A163809808}"/>
              </a:ext>
            </a:extLst>
          </p:cNvPr>
          <p:cNvPicPr>
            <a:picLocks noChangeAspect="1"/>
          </p:cNvPicPr>
          <p:nvPr userDrawn="1"/>
        </p:nvPicPr>
        <p:blipFill>
          <a:blip/>
          <a:stretch>
            <a:fillRect/>
          </a:stretch>
        </p:blipFill>
        <p:spPr>
          <a:xfrm>
            <a:off x="9423206" y="460155"/>
            <a:ext cx="2235393" cy="353382"/>
          </a:xfrm>
          <a:prstGeom prst="rect">
            <a:avLst/>
          </a:prstGeom>
        </p:spPr>
      </p:pic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00BDE32D-0754-295B-ADC2-A5080A37A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8753" y="63978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789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20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1143000"/>
            <a:ext cx="10515600" cy="443198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1825625"/>
            <a:ext cx="10515600" cy="1364476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9EC8C-A2B8-EEE7-1104-5D5F2D510A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917B52-1601-4C8D-9705-F7CA03900B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93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696" r:id="rId10"/>
    <p:sldLayoutId id="2147483697" r:id="rId11"/>
    <p:sldLayoutId id="2147483662" r:id="rId12"/>
    <p:sldLayoutId id="2147483663" r:id="rId13"/>
    <p:sldLayoutId id="2147483664" r:id="rId14"/>
    <p:sldLayoutId id="2147483666" r:id="rId15"/>
    <p:sldLayoutId id="2147483667" r:id="rId16"/>
    <p:sldLayoutId id="2147483668" r:id="rId17"/>
  </p:sldLayoutIdLst>
  <p:transition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2"/>
          </a:solidFill>
          <a:latin typeface="+mj-lt"/>
          <a:ea typeface="+mj-ea"/>
          <a:cs typeface="Sabon Next LT" panose="02000500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Wingdings" pitchFamily="2" charset="2"/>
        <a:buChar char="§"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Wingdings" pitchFamily="2" charset="2"/>
        <a:buChar char="§"/>
        <a:defRPr sz="1600" b="0" i="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027ADEB5-3E4E-5332-0FAF-9801997400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Rahul Chamarthi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228CA5C-105F-0A0A-6E3D-1FB61F4C1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8927" y="843117"/>
            <a:ext cx="4615014" cy="1969770"/>
          </a:xfrm>
        </p:spPr>
        <p:txBody>
          <a:bodyPr>
            <a:normAutofit/>
          </a:bodyPr>
          <a:lstStyle/>
          <a:p>
            <a:r>
              <a:rPr lang="en-US" sz="4400" dirty="0"/>
              <a:t>CPSC 8740 Final Project: ETAGlance</a:t>
            </a:r>
          </a:p>
        </p:txBody>
      </p:sp>
      <p:pic>
        <p:nvPicPr>
          <p:cNvPr id="11" name="Picture 10" descr="A blue square with a white arrow&#10;&#10;AI-generated content may be incorrect.">
            <a:extLst>
              <a:ext uri="{FF2B5EF4-FFF2-40B4-BE49-F238E27FC236}">
                <a16:creationId xmlns:a16="http://schemas.microsoft.com/office/drawing/2014/main" id="{1F9A1CBC-3248-BE0F-DC5D-8F653719BE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3940" y="2650868"/>
            <a:ext cx="1998045" cy="196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693680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9B4E6-29FA-4E28-2BCF-42D30034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E60CD-FBD8-B6B9-2617-79D305EE1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D1530-62CA-7BDF-9565-20F3CCD0C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701848"/>
            <a:ext cx="5741881" cy="360714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Introduction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Project Plan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AI Tool Setup &amp;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User Interface Design and Integration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Testing and Refinement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Challenges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Conclusions &amp; 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1427DC-ADC9-A6CD-2185-D54E31A4F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917B52-1601-4C8D-9705-F7CA03900B04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5432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B806-A507-40B4-2677-A0761B288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78FBA-80EA-AB5F-8BC9-AE2DA9B86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Introduction: Why and What is ETAGlance?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53E88-EDB1-152A-4750-E3FCA2C1C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357598"/>
            <a:ext cx="5741881" cy="3607141"/>
          </a:xfrm>
        </p:spPr>
        <p:txBody>
          <a:bodyPr>
            <a:normAutofit fontScale="25000" lnSpcReduction="20000"/>
          </a:bodyPr>
          <a:lstStyle/>
          <a:p>
            <a:endParaRPr lang="en-US" sz="4800" dirty="0"/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400" b="1" dirty="0"/>
              <a:t>Why? </a:t>
            </a:r>
          </a:p>
          <a:p>
            <a:pPr marL="10287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400" dirty="0"/>
              <a:t>The idea for this application has been in my head for quite sometime </a:t>
            </a:r>
          </a:p>
          <a:p>
            <a:pPr marL="10287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400" dirty="0"/>
              <a:t>As a Graduate Student that is also working as a Consultant full time, I often struggling to be on time</a:t>
            </a:r>
          </a:p>
          <a:p>
            <a:pPr marL="10287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400" dirty="0"/>
              <a:t>The current maps applications in iOS do not allow you to pin ETAs to locations on your lockscreen</a:t>
            </a: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400" b="1" dirty="0"/>
              <a:t>What?</a:t>
            </a:r>
          </a:p>
          <a:p>
            <a:pPr marL="10287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400" dirty="0"/>
              <a:t>The simple idea behind this app was to create a sleek, minimalist iOS app that would allow users to track ETAs to their favorite locations</a:t>
            </a:r>
          </a:p>
          <a:p>
            <a:pPr marL="10287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6400" dirty="0"/>
              <a:t>Satisfaction of the core objective would depend on </a:t>
            </a:r>
            <a:r>
              <a:rPr lang="en-US" sz="6400" b="1" dirty="0"/>
              <a:t>a widget </a:t>
            </a:r>
            <a:r>
              <a:rPr lang="en-US" sz="6400" dirty="0"/>
              <a:t>that could be pinned on a User’s Home Screen or Lock Screen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CCB4FC-89C1-CF6A-25FE-594FC4E3F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917B52-1601-4C8D-9705-F7CA03900B0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7362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F29DE-365A-4597-6E68-A2B905FC0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E242A-E83C-EAE7-4B7E-D54EA7F11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Plan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6B8A4-BB9D-9414-158A-D25C79121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917B52-1601-4C8D-9705-F7CA03900B04}" type="slidenum">
              <a:rPr lang="en-US" smtClean="0"/>
              <a:t>4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C4697F-23FE-533B-E276-171430F2EF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133651"/>
              </p:ext>
            </p:extLst>
          </p:nvPr>
        </p:nvGraphicFramePr>
        <p:xfrm>
          <a:off x="1143000" y="1466199"/>
          <a:ext cx="10725912" cy="49462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4328">
                  <a:extLst>
                    <a:ext uri="{9D8B030D-6E8A-4147-A177-3AD203B41FA5}">
                      <a16:colId xmlns:a16="http://schemas.microsoft.com/office/drawing/2014/main" val="2977521343"/>
                    </a:ext>
                  </a:extLst>
                </a:gridCol>
                <a:gridCol w="2121408">
                  <a:extLst>
                    <a:ext uri="{9D8B030D-6E8A-4147-A177-3AD203B41FA5}">
                      <a16:colId xmlns:a16="http://schemas.microsoft.com/office/drawing/2014/main" val="1663555401"/>
                    </a:ext>
                  </a:extLst>
                </a:gridCol>
                <a:gridCol w="3298698">
                  <a:extLst>
                    <a:ext uri="{9D8B030D-6E8A-4147-A177-3AD203B41FA5}">
                      <a16:colId xmlns:a16="http://schemas.microsoft.com/office/drawing/2014/main" val="431523015"/>
                    </a:ext>
                  </a:extLst>
                </a:gridCol>
                <a:gridCol w="2681478">
                  <a:extLst>
                    <a:ext uri="{9D8B030D-6E8A-4147-A177-3AD203B41FA5}">
                      <a16:colId xmlns:a16="http://schemas.microsoft.com/office/drawing/2014/main" val="2160600073"/>
                    </a:ext>
                  </a:extLst>
                </a:gridCol>
              </a:tblGrid>
              <a:tr h="5570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Milestones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Deliverables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0426383"/>
                  </a:ext>
                </a:extLst>
              </a:tr>
              <a:tr h="557092">
                <a:tc>
                  <a:txBody>
                    <a:bodyPr/>
                    <a:lstStyle/>
                    <a:p>
                      <a:r>
                        <a:rPr lang="en-US" b="1" dirty="0"/>
                        <a:t>Week 1: </a:t>
                      </a:r>
                      <a:r>
                        <a:rPr lang="en-US" dirty="0"/>
                        <a:t>11/5 – 11/11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Foundations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Define problem scope &amp; requirements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Design Initial Architecture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UI exploration via Figma and Stitch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Set up Xcode Project 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Project created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Folder structure initialized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FavoriteLocation model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HomeView scaffold with mock location cards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Initial floating “+” button to Add Favorite 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5058695"/>
                  </a:ext>
                </a:extLst>
              </a:tr>
              <a:tr h="961556">
                <a:tc>
                  <a:txBody>
                    <a:bodyPr/>
                    <a:lstStyle/>
                    <a:p>
                      <a:r>
                        <a:rPr lang="en-US" b="1" dirty="0"/>
                        <a:t>Week 2: </a:t>
                      </a:r>
                      <a:r>
                        <a:rPr lang="en-US" b="0" dirty="0"/>
                        <a:t>11/12 – 11/18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Interactivity &amp; 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Enabled user-driven functionality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Added ”Add Favorite Location” UI Flow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Built persistent state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AddFavoriteView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Multi-select transport modes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JSON persistence to save/load locations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Swipe-to-delete added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9218460"/>
                  </a:ext>
                </a:extLst>
              </a:tr>
              <a:tr h="956909">
                <a:tc>
                  <a:txBody>
                    <a:bodyPr/>
                    <a:lstStyle/>
                    <a:p>
                      <a:r>
                        <a:rPr lang="en-US" b="1" dirty="0"/>
                        <a:t>Week 3: </a:t>
                      </a:r>
                      <a:r>
                        <a:rPr lang="en-US" b="0" dirty="0"/>
                        <a:t>11/19 – 11/25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Location, MapKit, Widget and 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Integrated real-world data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Built ETA engine with MapKit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Created WidgetKit extension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Added user identity/sign-in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LocationService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RoutingService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Fastest-mode ETA selection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Widget implemented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User profile persistence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4673528"/>
                  </a:ext>
                </a:extLst>
              </a:tr>
              <a:tr h="961556">
                <a:tc>
                  <a:txBody>
                    <a:bodyPr/>
                    <a:lstStyle/>
                    <a:p>
                      <a:r>
                        <a:rPr lang="en-US" b="1" dirty="0"/>
                        <a:t>Week 4: </a:t>
                      </a:r>
                      <a:r>
                        <a:rPr lang="en-US" b="0" dirty="0"/>
                        <a:t>11/26 – 12/5 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Stability, Testing, 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Completed ”Edit Favorite Location” UI Flow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Performed Stress Testing &amp; Bug Fixing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Polished UI + Widget 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EditFavoriteView fully implemented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Polish Widget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Unit Tests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83491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0609A31-029D-5DB4-6369-308BB4B76939}"/>
              </a:ext>
            </a:extLst>
          </p:cNvPr>
          <p:cNvSpPr txBox="1"/>
          <p:nvPr/>
        </p:nvSpPr>
        <p:spPr>
          <a:xfrm>
            <a:off x="9784080" y="642457"/>
            <a:ext cx="2084832" cy="76944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Red</a:t>
            </a:r>
            <a:r>
              <a:rPr lang="en-US" sz="1100" dirty="0"/>
              <a:t> labels indicate objectives I was unable to complete due to getting sick at the beginning of Week 4 </a:t>
            </a:r>
          </a:p>
        </p:txBody>
      </p:sp>
    </p:spTree>
    <p:extLst>
      <p:ext uri="{BB962C8B-B14F-4D97-AF65-F5344CB8AC3E}">
        <p14:creationId xmlns:p14="http://schemas.microsoft.com/office/powerpoint/2010/main" val="37100876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E5F18-2646-AC74-1EEA-515350FB4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99999-BF67-0F15-88A5-5810A33A6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AI Tool Setup &amp;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AB216F-A772-4065-E85D-1E07AC2B6D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917B52-1601-4C8D-9705-F7CA03900B04}" type="slidenum">
              <a:rPr lang="en-US" smtClean="0"/>
              <a:t>5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EEF3D2E-B1CF-FBAF-327C-A96798FD0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316049"/>
              </p:ext>
            </p:extLst>
          </p:nvPr>
        </p:nvGraphicFramePr>
        <p:xfrm>
          <a:off x="1143000" y="1446784"/>
          <a:ext cx="10415016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672">
                  <a:extLst>
                    <a:ext uri="{9D8B030D-6E8A-4147-A177-3AD203B41FA5}">
                      <a16:colId xmlns:a16="http://schemas.microsoft.com/office/drawing/2014/main" val="4219507386"/>
                    </a:ext>
                  </a:extLst>
                </a:gridCol>
                <a:gridCol w="3471672">
                  <a:extLst>
                    <a:ext uri="{9D8B030D-6E8A-4147-A177-3AD203B41FA5}">
                      <a16:colId xmlns:a16="http://schemas.microsoft.com/office/drawing/2014/main" val="2794495942"/>
                    </a:ext>
                  </a:extLst>
                </a:gridCol>
                <a:gridCol w="3471672">
                  <a:extLst>
                    <a:ext uri="{9D8B030D-6E8A-4147-A177-3AD203B41FA5}">
                      <a16:colId xmlns:a16="http://schemas.microsoft.com/office/drawing/2014/main" val="4187652071"/>
                    </a:ext>
                  </a:extLst>
                </a:gridCol>
              </a:tblGrid>
              <a:tr h="59230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Tool/Library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Reason for Selection &amp; Challenges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724152"/>
                  </a:ext>
                </a:extLst>
              </a:tr>
              <a:tr h="1099993">
                <a:tc>
                  <a:txBody>
                    <a:bodyPr/>
                    <a:lstStyle/>
                    <a:p>
                      <a:r>
                        <a:rPr lang="en-US" b="1" dirty="0"/>
                        <a:t>Coding &amp; 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Selection:</a:t>
                      </a:r>
                      <a:r>
                        <a:rPr lang="en-US" sz="1200" dirty="0"/>
                        <a:t> AI context awareness sped up Swift coding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b="1" dirty="0"/>
                        <a:t>Challenge: </a:t>
                      </a:r>
                      <a:r>
                        <a:rPr lang="en-US" sz="1200" dirty="0"/>
                        <a:t>AI sometimes suggested deprecated syntax that required debugging in Xcode, and create issues with compiling UI.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948992"/>
                  </a:ext>
                </a:extLst>
              </a:tr>
              <a:tr h="1099993">
                <a:tc>
                  <a:txBody>
                    <a:bodyPr/>
                    <a:lstStyle/>
                    <a:p>
                      <a:r>
                        <a:rPr lang="en-US" b="1" dirty="0"/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Stitch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Selection: </a:t>
                      </a:r>
                      <a:r>
                        <a:rPr lang="en-US" sz="1200" dirty="0"/>
                        <a:t>Enabled rapid creation of UI wireframes and icon assets for both App and Widget formats. </a:t>
                      </a:r>
                    </a:p>
                    <a:p>
                      <a:endParaRPr lang="en-US" sz="1200" dirty="0"/>
                    </a:p>
                    <a:p>
                      <a:r>
                        <a:rPr lang="en-US" sz="1200" b="1" dirty="0"/>
                        <a:t>Challenge: </a:t>
                      </a:r>
                      <a:r>
                        <a:rPr lang="en-US" sz="1200" b="0" dirty="0"/>
                        <a:t>Had to go through using multiple AI Tools; Stitch, Figma and Galileo to hone on one that balanced ability with usability. </a:t>
                      </a:r>
                      <a:endParaRPr 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720967"/>
                  </a:ext>
                </a:extLst>
              </a:tr>
              <a:tr h="1099993">
                <a:tc>
                  <a:txBody>
                    <a:bodyPr/>
                    <a:lstStyle/>
                    <a:p>
                      <a:r>
                        <a:rPr lang="en-US" b="1" dirty="0"/>
                        <a:t>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Xcode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Selection: </a:t>
                      </a:r>
                      <a:r>
                        <a:rPr lang="en-US" sz="1200" b="0" dirty="0"/>
                        <a:t>Required for iOS Build System </a:t>
                      </a:r>
                    </a:p>
                    <a:p>
                      <a:endParaRPr lang="en-US" sz="1200" b="0" dirty="0"/>
                    </a:p>
                    <a:p>
                      <a:r>
                        <a:rPr lang="en-US" sz="1200" b="1" dirty="0"/>
                        <a:t>Challenge: </a:t>
                      </a:r>
                      <a:r>
                        <a:rPr lang="en-US" sz="1200" b="0" dirty="0"/>
                        <a:t>Configuring “App Groups” so the Widget and App could share the same location database, and the learning curve associated with modern iOS development. </a:t>
                      </a:r>
                      <a:endParaRPr 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221191"/>
                  </a:ext>
                </a:extLst>
              </a:tr>
              <a:tr h="930763">
                <a:tc>
                  <a:txBody>
                    <a:bodyPr/>
                    <a:lstStyle/>
                    <a:p>
                      <a:r>
                        <a:rPr lang="en-US" b="1" dirty="0"/>
                        <a:t>Libraries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CoreLocation &amp; WidgetKit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Selection: </a:t>
                      </a:r>
                      <a:r>
                        <a:rPr lang="en-US" sz="1200" b="0" dirty="0"/>
                        <a:t>Essential for GPS tracking and Home Screen updates. </a:t>
                      </a:r>
                    </a:p>
                    <a:p>
                      <a:endParaRPr lang="en-US" sz="1200" b="0" dirty="0"/>
                    </a:p>
                    <a:p>
                      <a:r>
                        <a:rPr lang="en-US" sz="1200" b="1" dirty="0"/>
                        <a:t>Challenge: </a:t>
                      </a:r>
                      <a:r>
                        <a:rPr lang="en-US" sz="1200" b="0" dirty="0"/>
                        <a:t>Handling privacy permissions and background refresh limits. </a:t>
                      </a:r>
                      <a:endParaRPr lang="en-US" sz="12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338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29130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CFE6B-8933-DC1B-8A0B-F868A9F2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Design, Wireframes &amp; Prototypes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94D73-511C-03CE-18EA-D11F1C9C4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1502152"/>
            <a:ext cx="5404104" cy="424731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Design Workflow: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Used Stitch to rapidly generate and refine UI layouts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Started with low-fidelity wireframes to define navigation flow and screen hierarchy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Evolved into high-fidelity prototypes that matched modern iOS design patterns (cards, SF Symbols, segmented controls)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Wireframe &amp; Prototype Quality: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Captured the complete app flow: Home (HomeView) -&gt; Add/Edit (AddFavoriteView/EditFavoriteView) -&gt; Widget (ETAWidget)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Design focused on clarity, minimalism and quick glanceability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Widget prototypes followed WidgetKit layout constraints and matched Apple’s visual language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39C210-DCF8-A871-82FD-A6F988F016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917B52-1601-4C8D-9705-F7CA03900B04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37850C-FF2C-1DE2-121B-0D1B457F5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0318" y="1847088"/>
            <a:ext cx="1300323" cy="29469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59B6F1-7326-22B1-451F-1AF2B4FCA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4389" y="1847088"/>
            <a:ext cx="1300322" cy="29469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7F5514-5DE0-0B7D-0091-199B22C88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2529" y="1847088"/>
            <a:ext cx="1300323" cy="29469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E33455-8321-F002-FE0F-F8FF35A61E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8459" y="1847088"/>
            <a:ext cx="1300322" cy="29469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71EC27C-74AD-786E-8C08-5151AF5E5D32}"/>
              </a:ext>
            </a:extLst>
          </p:cNvPr>
          <p:cNvSpPr txBox="1"/>
          <p:nvPr/>
        </p:nvSpPr>
        <p:spPr>
          <a:xfrm>
            <a:off x="6596099" y="4805676"/>
            <a:ext cx="15087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Home (HomeView)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C7781B-F23F-4FB1-D567-5C5BF6E5E59B}"/>
              </a:ext>
            </a:extLst>
          </p:cNvPr>
          <p:cNvSpPr txBox="1"/>
          <p:nvPr/>
        </p:nvSpPr>
        <p:spPr>
          <a:xfrm>
            <a:off x="8074626" y="4793994"/>
            <a:ext cx="13000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Add Favorite (AddFavoriteView)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0B6464-892C-0478-3715-A31D8676E001}"/>
              </a:ext>
            </a:extLst>
          </p:cNvPr>
          <p:cNvSpPr txBox="1"/>
          <p:nvPr/>
        </p:nvSpPr>
        <p:spPr>
          <a:xfrm>
            <a:off x="9448696" y="4793994"/>
            <a:ext cx="13000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Edit Favorite (EditFavoriteView)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7741D-A8E9-6A7F-2451-359B1022E575}"/>
              </a:ext>
            </a:extLst>
          </p:cNvPr>
          <p:cNvSpPr txBox="1"/>
          <p:nvPr/>
        </p:nvSpPr>
        <p:spPr>
          <a:xfrm>
            <a:off x="10822529" y="4818559"/>
            <a:ext cx="13000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/>
              <a:t>Widget (ETAWidget)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C462D8-0FC4-7A58-4093-F44196980EC2}"/>
              </a:ext>
            </a:extLst>
          </p:cNvPr>
          <p:cNvSpPr txBox="1"/>
          <p:nvPr/>
        </p:nvSpPr>
        <p:spPr>
          <a:xfrm>
            <a:off x="8212545" y="1551665"/>
            <a:ext cx="2324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Wireframes generated by Stitch</a:t>
            </a:r>
          </a:p>
        </p:txBody>
      </p:sp>
    </p:spTree>
    <p:extLst>
      <p:ext uri="{BB962C8B-B14F-4D97-AF65-F5344CB8AC3E}">
        <p14:creationId xmlns:p14="http://schemas.microsoft.com/office/powerpoint/2010/main" val="331446019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44B64-DDB8-1A90-95F5-A7249F1D5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307AC-E757-9738-BA60-766C7F72C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UI Integration, Functionality and Usability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62401-7216-82B8-4AB4-259D5E0C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02152"/>
            <a:ext cx="5741881" cy="460998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UI Integration:</a:t>
            </a:r>
            <a:endParaRPr lang="en-US" dirty="0"/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Connected Stitch-generated SwiftUI components to live data using @StateObject and @EnvironmentObject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Unified app styling across views and widget (consistent spacing, colors, corner radii, iconography)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Integrated Home, Add, and Edit views directly with persistence, routing, and location services.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Functionality &amp; Usability: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Card-based Home screen allows quick scanning of ETAs for each destination .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Add/Edit flows emphasize speed: simple inputs, icon grid, multi-modal transport selection.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Widget presents the four key ETAs in a compact easy-to-read layout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dirty="0"/>
              <a:t>Smooth handling of errors (location denied, network issues, routing failures)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E04BD-6827-D833-24A2-751E698BC6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917B52-1601-4C8D-9705-F7CA03900B04}" type="slidenum">
              <a:rPr lang="en-US" smtClean="0"/>
              <a:t>7</a:t>
            </a:fld>
            <a:endParaRPr lang="en-US" dirty="0"/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25931688-A381-61F7-3AB8-93B0A1AEB4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2947" y="2651760"/>
            <a:ext cx="1171310" cy="2080262"/>
          </a:xfrm>
          <a:prstGeom prst="rect">
            <a:avLst/>
          </a:prstGeom>
        </p:spPr>
      </p:pic>
      <p:pic>
        <p:nvPicPr>
          <p:cNvPr id="8" name="Picture 7" descr="A screen shot of a phone&#10;&#10;AI-generated content may be incorrect.">
            <a:extLst>
              <a:ext uri="{FF2B5EF4-FFF2-40B4-BE49-F238E27FC236}">
                <a16:creationId xmlns:a16="http://schemas.microsoft.com/office/drawing/2014/main" id="{F3DF45CF-66CE-2FC7-B3B8-A4AB6FE7CF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3514" y="2651760"/>
            <a:ext cx="1143936" cy="2080261"/>
          </a:xfrm>
          <a:prstGeom prst="rect">
            <a:avLst/>
          </a:prstGeom>
        </p:spPr>
      </p:pic>
      <p:pic>
        <p:nvPicPr>
          <p:cNvPr id="10" name="Picture 9" descr="A screen shot of a phone&#10;&#10;AI-generated content may be incorrect.">
            <a:extLst>
              <a:ext uri="{FF2B5EF4-FFF2-40B4-BE49-F238E27FC236}">
                <a16:creationId xmlns:a16="http://schemas.microsoft.com/office/drawing/2014/main" id="{4FE88B1E-E204-5E14-4976-88EE4C57BA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6707" y="2651760"/>
            <a:ext cx="1187542" cy="20802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C007F0B-5196-69D5-69D4-61DBB15A7420}"/>
              </a:ext>
            </a:extLst>
          </p:cNvPr>
          <p:cNvSpPr txBox="1"/>
          <p:nvPr/>
        </p:nvSpPr>
        <p:spPr>
          <a:xfrm>
            <a:off x="8521348" y="4782312"/>
            <a:ext cx="23243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Real Images from Xcode showing translation of Wireframes from Stitch</a:t>
            </a:r>
          </a:p>
        </p:txBody>
      </p:sp>
      <p:pic>
        <p:nvPicPr>
          <p:cNvPr id="13" name="Picture 12" descr="A screen shot of a cell phone&#10;&#10;AI-generated content may be incorrect.">
            <a:extLst>
              <a:ext uri="{FF2B5EF4-FFF2-40B4-BE49-F238E27FC236}">
                <a16:creationId xmlns:a16="http://schemas.microsoft.com/office/drawing/2014/main" id="{D2F467CB-30D7-029F-E0E0-12ADF7C18D9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8954" y="2651758"/>
            <a:ext cx="1174736" cy="2080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6924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CF895-3F45-5744-E5B2-3F1050F3D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9026-FA22-A004-8825-BBC9DA72E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and Refinement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7F402-0B8E-9EAC-294E-80E2C000B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02152"/>
            <a:ext cx="5741881" cy="474232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Usability Testing Process: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Performed iterative manual testing across HomeView, Add/Edit flows, and widget behavior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Tested under different network conditions and simulated location states to verify proper ETA times loading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Collected informal peer feedback on clarity of ETAs, icon selection and navigation flow from Software Engineering friends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Bug Fixing &amp; Iterations: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Refined ETA formatting and color coding after multiple rounds of debugging when ETAs appeared inconsistent or visually misaligned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Fixed routing failures by adding retry logic and adjusting when ETAs refresh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Limitations: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Became ill near the end of the sprint, preventing completion of planned unit test coverage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Despite this, extensive manual and scenario-based testing resulted in a stable MVP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A1D227-A970-C4AB-AB65-4F95708D12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917B52-1601-4C8D-9705-F7CA03900B04}" type="slidenum">
              <a:rPr lang="en-US" smtClean="0"/>
              <a:t>8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D92456-7FF7-20CC-A0F6-85466B153412}"/>
              </a:ext>
            </a:extLst>
          </p:cNvPr>
          <p:cNvSpPr txBox="1"/>
          <p:nvPr/>
        </p:nvSpPr>
        <p:spPr>
          <a:xfrm>
            <a:off x="8717155" y="4470545"/>
            <a:ext cx="2324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Example of error-handling and multiple views for widget to handle failure cases following testing</a:t>
            </a:r>
          </a:p>
        </p:txBody>
      </p:sp>
      <p:pic>
        <p:nvPicPr>
          <p:cNvPr id="14" name="Picture 13" descr="A screenshot of a phone&#10;&#10;AI-generated content may be incorrect.">
            <a:extLst>
              <a:ext uri="{FF2B5EF4-FFF2-40B4-BE49-F238E27FC236}">
                <a16:creationId xmlns:a16="http://schemas.microsoft.com/office/drawing/2014/main" id="{78F7338F-0F64-16B5-3F9F-23217BF17B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675" y="3328416"/>
            <a:ext cx="1514852" cy="1142129"/>
          </a:xfrm>
          <a:prstGeom prst="rect">
            <a:avLst/>
          </a:prstGeom>
        </p:spPr>
      </p:pic>
      <p:pic>
        <p:nvPicPr>
          <p:cNvPr id="16" name="Picture 15" descr="A screen shot of a phone&#10;&#10;AI-generated content may be incorrect.">
            <a:extLst>
              <a:ext uri="{FF2B5EF4-FFF2-40B4-BE49-F238E27FC236}">
                <a16:creationId xmlns:a16="http://schemas.microsoft.com/office/drawing/2014/main" id="{11C98510-B024-5F29-4437-B48D0A0302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5254" y="3319272"/>
            <a:ext cx="1475578" cy="1142129"/>
          </a:xfrm>
          <a:prstGeom prst="rect">
            <a:avLst/>
          </a:prstGeom>
        </p:spPr>
      </p:pic>
      <p:pic>
        <p:nvPicPr>
          <p:cNvPr id="18" name="Picture 17" descr="A screen shot of a phone&#10;&#10;AI-generated content may be incorrect.">
            <a:extLst>
              <a:ext uri="{FF2B5EF4-FFF2-40B4-BE49-F238E27FC236}">
                <a16:creationId xmlns:a16="http://schemas.microsoft.com/office/drawing/2014/main" id="{5BE1AC78-0C61-BC54-9974-D51842463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657" y="3319272"/>
            <a:ext cx="1420696" cy="1142129"/>
          </a:xfrm>
          <a:prstGeom prst="rect">
            <a:avLst/>
          </a:prstGeom>
        </p:spPr>
      </p:pic>
      <p:pic>
        <p:nvPicPr>
          <p:cNvPr id="20" name="Picture 19" descr="A screen shot of a phone&#10;&#10;AI-generated content may be incorrect.">
            <a:extLst>
              <a:ext uri="{FF2B5EF4-FFF2-40B4-BE49-F238E27FC236}">
                <a16:creationId xmlns:a16="http://schemas.microsoft.com/office/drawing/2014/main" id="{A638E4E8-E28D-7836-D78D-A854D3521A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9657" y="2151913"/>
            <a:ext cx="1385494" cy="114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95397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8C13-5D1B-029F-6EDF-01CA71557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7395-1A36-87DA-F081-0A30E22D2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228DB-7C7A-7AC9-C22D-7DB630393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02152"/>
            <a:ext cx="5741881" cy="446019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Technical Constraints: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Transit ETA limitations: </a:t>
            </a:r>
            <a:r>
              <a:rPr lang="en-US" sz="1400" dirty="0"/>
              <a:t>Apple MapKit only supports transit-mode ETAs in select cities. The app required a fallback mechanism and caution flag since transit results were inconsistent or unavailable in some regions</a:t>
            </a:r>
            <a:endParaRPr lang="en-US" sz="1400" b="1" dirty="0"/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b="1" dirty="0"/>
              <a:t>Widget data constraints: </a:t>
            </a:r>
            <a:r>
              <a:rPr lang="en-US" sz="1400" dirty="0"/>
              <a:t>Sharing live ETA data through App Groups requires careful timing and fallback states, had to leave this out of the MVP due to time constraints</a:t>
            </a:r>
            <a:endParaRPr lang="en-US" sz="1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Development Challenges: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Illness during final sprint reduced development time, preventing completion of planned unit testing, delaying non-core features and submission to the App Store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User Profile system (sign-in and profile editing) was scoped but not fully implemented due to time constraints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UI &amp; Interaction Challenges: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Achieving consistent ETA formatting, color coding and alignment required several iterative refinements as real MapKit data revealed edge cases</a:t>
            </a:r>
            <a:r>
              <a:rPr lang="en-US" sz="1400" b="1" dirty="0"/>
              <a:t> </a:t>
            </a:r>
            <a:endParaRPr lang="en-US" sz="1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0CBA1-E584-47A0-6FDE-894EEDFF2D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917B52-1601-4C8D-9705-F7CA03900B04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F9C5C99D-D9B0-F65A-0635-76FB1B4DA8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5981" y="1386455"/>
            <a:ext cx="2611335" cy="45571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7A61C4-5E9E-4875-E149-3E0B7BD00352}"/>
              </a:ext>
            </a:extLst>
          </p:cNvPr>
          <p:cNvSpPr txBox="1"/>
          <p:nvPr/>
        </p:nvSpPr>
        <p:spPr>
          <a:xfrm>
            <a:off x="9049482" y="5962347"/>
            <a:ext cx="2324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/>
              <a:t>Final MVP showing Transit loading issues</a:t>
            </a:r>
          </a:p>
        </p:txBody>
      </p:sp>
    </p:spTree>
    <p:extLst>
      <p:ext uri="{BB962C8B-B14F-4D97-AF65-F5344CB8AC3E}">
        <p14:creationId xmlns:p14="http://schemas.microsoft.com/office/powerpoint/2010/main" val="573610301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E4998-E609-803A-1117-DBF01EE7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965F-0131-C595-750E-871F8082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788A9-C247-63AF-F96A-FD9C121CDA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02152"/>
            <a:ext cx="6510528" cy="455714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Conclusions: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Successfully developed a functional iOS ETA application integrating MapKit routing, persistent favorites, multi-modal travel times, and a production-ready widget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Demonstrated the effectiveness of AI-assisted tools (Stitch and Cursor) to accelerate UI prototyping, integration and development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Iterative testing and refinement produced a stable, intuitive interface that supports quick glance decision making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Future Work: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Implement full unit test coverage (RoutingService mocks, persistence tests, widget timeline validation)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Implement User Profile System and Cloud Synchronization for multi-device support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Enhance routing engine with real-time traffic weighting, better fallbacks for unsupported transit regions, and caching strategies for faster loading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Add advanced features such as calendar-based ETA predictions </a:t>
            </a:r>
          </a:p>
          <a:p>
            <a:pPr marL="9715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Submit to App Store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3D182-7794-6CBD-BFD8-7398BFCB2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1917B52-1601-4C8D-9705-F7CA03900B0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5860569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lemson Automotive Engineering">
  <a:themeElements>
    <a:clrScheme name="Custom 7">
      <a:dk1>
        <a:srgbClr val="000000"/>
      </a:dk1>
      <a:lt1>
        <a:srgbClr val="FFFFFF"/>
      </a:lt1>
      <a:dk2>
        <a:srgbClr val="2E1A47"/>
      </a:dk2>
      <a:lt2>
        <a:srgbClr val="E7E6E6"/>
      </a:lt2>
      <a:accent1>
        <a:srgbClr val="512C80"/>
      </a:accent1>
      <a:accent2>
        <a:srgbClr val="F56600"/>
      </a:accent2>
      <a:accent3>
        <a:srgbClr val="C8C9C7"/>
      </a:accent3>
      <a:accent4>
        <a:srgbClr val="EFDBB2"/>
      </a:accent4>
      <a:accent5>
        <a:srgbClr val="005EB8"/>
      </a:accent5>
      <a:accent6>
        <a:srgbClr val="00205B"/>
      </a:accent6>
      <a:hlink>
        <a:srgbClr val="546123"/>
      </a:hlink>
      <a:folHlink>
        <a:srgbClr val="B947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emson Automotive Engineering" id="{7E65E5D8-BBF0-C748-B36A-F15B93041356}" vid="{5B5DE324-8D0A-0547-AF15-A3BF2FEA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56DA8E8ECC5D4BAEDAFDA657586E21" ma:contentTypeVersion="4" ma:contentTypeDescription="Create a new document." ma:contentTypeScope="" ma:versionID="59611cd0888ffc2ba56585f201901794">
  <xsd:schema xmlns:xsd="http://www.w3.org/2001/XMLSchema" xmlns:xs="http://www.w3.org/2001/XMLSchema" xmlns:p="http://schemas.microsoft.com/office/2006/metadata/properties" xmlns:ns2="ff84182c-1fd0-4133-829f-e25fa5ffafb7" targetNamespace="http://schemas.microsoft.com/office/2006/metadata/properties" ma:root="true" ma:fieldsID="3ead5afa3c6e9724a373defa5f6304cd" ns2:_="">
    <xsd:import namespace="ff84182c-1fd0-4133-829f-e25fa5ffafb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84182c-1fd0-4133-829f-e25fa5ffaf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F1B108-39E3-443C-9843-EAB8561258F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F6FB466-C03B-4E8E-82D1-26E8D962D3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f84182c-1fd0-4133-829f-e25fa5ffaf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EFF389F-1A4F-4185-AD92-5BD96DF8B2C9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dcmitype/"/>
    <ds:schemaRef ds:uri="ff84182c-1fd0-4133-829f-e25fa5ffafb7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Clemson Automotive Engineering</Template>
  <TotalTime>20168</TotalTime>
  <Words>1149</Words>
  <Application>Microsoft Macintosh PowerPoint</Application>
  <PresentationFormat>Widescreen</PresentationFormat>
  <Paragraphs>160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Aptos</vt:lpstr>
      <vt:lpstr>Arial</vt:lpstr>
      <vt:lpstr>Franklin Gothic Book</vt:lpstr>
      <vt:lpstr>Franklin Gothic Medium</vt:lpstr>
      <vt:lpstr>Sabon Next LT</vt:lpstr>
      <vt:lpstr>System Font Regular</vt:lpstr>
      <vt:lpstr>Trade Gothic LT Std</vt:lpstr>
      <vt:lpstr>Wingdings</vt:lpstr>
      <vt:lpstr>Clemson Automotive Engineering</vt:lpstr>
      <vt:lpstr>CPSC 8740 Final Project: ETAGlance</vt:lpstr>
      <vt:lpstr>Table of Contents</vt:lpstr>
      <vt:lpstr>Introduction: Why and What is ETAGlance? </vt:lpstr>
      <vt:lpstr>Project Plan</vt:lpstr>
      <vt:lpstr>AI Tool Setup &amp; Summary</vt:lpstr>
      <vt:lpstr>UI Design, Wireframes &amp; Prototypes</vt:lpstr>
      <vt:lpstr>UI Integration, Functionality and Usability</vt:lpstr>
      <vt:lpstr>Testing and Refinement</vt:lpstr>
      <vt:lpstr>Challenges</vt:lpstr>
      <vt:lpstr>Conclusions &amp; 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Pranav Korrapati</dc:creator>
  <cp:lastModifiedBy>Rahul K Chamarthi</cp:lastModifiedBy>
  <cp:revision>89</cp:revision>
  <dcterms:created xsi:type="dcterms:W3CDTF">2024-10-10T03:44:13Z</dcterms:created>
  <dcterms:modified xsi:type="dcterms:W3CDTF">2025-12-06T03:47:07Z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0x0101004F56DA8E8ECC5D4BAEDAFDA657586E21</vt:lpwstr>
  </property>
  <property fmtid="{D5CDD505-2E9C-101B-9397-08002B2CF9AE}" pid="3" name="MediaServiceImageTags">
    <vt:lpwstr/>
  </property>
</Properties>
</file>